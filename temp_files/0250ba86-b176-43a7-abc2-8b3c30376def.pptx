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11827"/>
                </a:solidFill>
                <a:latin typeface="Arial"/>
              </a:defRPr>
            </a:pPr>
            <a:r>
              <a:t>История России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374151"/>
                </a:solidFill>
                <a:latin typeface="Arial"/>
              </a:defRPr>
            </a:pPr>
            <a:r>
              <a:t>Основные этапы и события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rial"/>
              </a:defRPr>
            </a:pPr>
            <a:r>
              <a:t>Ранняя история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143000"/>
            <a:ext cx="4160520" cy="297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50876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374151"/>
                </a:solidFill>
                <a:latin typeface="Arial"/>
              </a:defRPr>
            </a:pPr>
            <a:r>
              <a:t>• Киевская Русь (IX–XIII века)</a:t>
            </a:r>
          </a:p>
          <a:p>
            <a:pPr>
              <a:defRPr sz="1900" b="0">
                <a:solidFill>
                  <a:srgbClr val="374151"/>
                </a:solidFill>
                <a:latin typeface="Arial"/>
              </a:defRPr>
            </a:pPr>
            <a:r>
              <a:t>• Монголо-татарское иго (XIII–XV века)</a:t>
            </a:r>
          </a:p>
          <a:p>
            <a:pPr>
              <a:defRPr sz="1900" b="0">
                <a:solidFill>
                  <a:srgbClr val="374151"/>
                </a:solidFill>
                <a:latin typeface="Arial"/>
              </a:defRPr>
            </a:pPr>
            <a:r>
              <a:t>• Образование Московского княжества (XIV–XV века)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rial"/>
              </a:defRPr>
            </a:pPr>
            <a:r>
              <a:t>Российская империя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143000"/>
            <a:ext cx="4160520" cy="297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Arial"/>
              </a:defRPr>
            </a:pPr>
            <a:r>
              <a:t>Основные события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Arial"/>
              </a:defRPr>
            </a:pPr>
            <a:r>
              <a:t>Важные достижения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74151"/>
                </a:solidFill>
                <a:latin typeface="Arial"/>
              </a:defRPr>
            </a:pPr>
            <a:r>
              <a:t>• Петр I и реформы (1682–1725)</a:t>
            </a:r>
          </a:p>
          <a:p>
            <a:pPr>
              <a:defRPr sz="1800" b="0">
                <a:solidFill>
                  <a:srgbClr val="374151"/>
                </a:solidFill>
                <a:latin typeface="Arial"/>
              </a:defRPr>
            </a:pPr>
            <a:r>
              <a:t>• Екатерина II и расширение границ (1762–1796)</a:t>
            </a:r>
          </a:p>
          <a:p>
            <a:pPr>
              <a:defRPr sz="1800" b="0">
                <a:solidFill>
                  <a:srgbClr val="374151"/>
                </a:solidFill>
                <a:latin typeface="Arial"/>
              </a:defRPr>
            </a:pPr>
            <a:r>
              <a:t>• Александр II и отмена крепостного права (1855–1881)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74151"/>
                </a:solidFill>
                <a:latin typeface="Arial"/>
              </a:defRPr>
            </a:pPr>
            <a:r>
              <a:t>• Строительство Санкт-Петербурга</a:t>
            </a:r>
          </a:p>
          <a:p>
            <a:pPr>
              <a:defRPr sz="1800" b="0">
                <a:solidFill>
                  <a:srgbClr val="374151"/>
                </a:solidFill>
                <a:latin typeface="Arial"/>
              </a:defRPr>
            </a:pPr>
            <a:r>
              <a:t>• Развитие науки и культуры</a:t>
            </a:r>
          </a:p>
          <a:p>
            <a:pPr>
              <a:defRPr sz="1800" b="0">
                <a:solidFill>
                  <a:srgbClr val="374151"/>
                </a:solidFill>
                <a:latin typeface="Arial"/>
              </a:defRPr>
            </a:pPr>
            <a:r>
              <a:t>• Индустриализация и модернизация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rial"/>
              </a:defRPr>
            </a:pPr>
            <a: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374151"/>
                </a:solidFill>
                <a:latin typeface="Arial"/>
              </a:defRPr>
            </a:pPr>
            <a:r>
              <a:t>История России богата значимыми событиями и фигурами, которые оказали огромное влияние на развитие страны. От ранних княжеств до могущественной империи, каждая эпоха внесла свой вклад в формирование современной России.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