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1234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E0A9A86-9B5B-420A-BB7E-2FC2695EBF3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ru-RU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D01E9898-C744-4913-ABE1-F5D81C03E4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3269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286000" y="3065933"/>
            <a:ext cx="7638000" cy="108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3404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obj">
  <p:cSld name="Table of 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88267" y="1492617"/>
            <a:ext cx="10945800" cy="476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Char char="•"/>
              <a:defRPr sz="6934"/>
            </a:lvl1pPr>
            <a:lvl2pPr marL="609630" lvl="1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–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L="914446" lvl="2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L="1219261" lvl="3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–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L="1524076" lvl="4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»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L="1828891" lvl="5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L="2133707" lvl="6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L="2438522" lvl="7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L="2743337" lvl="8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82881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secHead">
  <p:cSld name="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>
            <a:spLocks noGrp="1"/>
          </p:cNvSpPr>
          <p:nvPr>
            <p:ph type="pic" idx="2"/>
          </p:nvPr>
        </p:nvSpPr>
        <p:spPr>
          <a:xfrm>
            <a:off x="-117" y="0"/>
            <a:ext cx="45048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33312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twoObj">
  <p:cSld name="Galler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>
            <a:spLocks noGrp="1"/>
          </p:cNvSpPr>
          <p:nvPr>
            <p:ph type="pic" idx="2"/>
          </p:nvPr>
        </p:nvSpPr>
        <p:spPr>
          <a:xfrm>
            <a:off x="3937817" y="688200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6"/>
          <p:cNvSpPr>
            <a:spLocks noGrp="1"/>
          </p:cNvSpPr>
          <p:nvPr>
            <p:ph type="pic" idx="3"/>
          </p:nvPr>
        </p:nvSpPr>
        <p:spPr>
          <a:xfrm>
            <a:off x="8243950" y="688200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6"/>
          <p:cNvSpPr>
            <a:spLocks noGrp="1"/>
          </p:cNvSpPr>
          <p:nvPr>
            <p:ph type="pic" idx="4"/>
          </p:nvPr>
        </p:nvSpPr>
        <p:spPr>
          <a:xfrm>
            <a:off x="-1926400" y="3046783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6"/>
          <p:cNvSpPr>
            <a:spLocks noGrp="1"/>
          </p:cNvSpPr>
          <p:nvPr>
            <p:ph type="pic" idx="5"/>
          </p:nvPr>
        </p:nvSpPr>
        <p:spPr>
          <a:xfrm>
            <a:off x="2379733" y="3046783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6"/>
          <p:cNvSpPr>
            <a:spLocks noGrp="1"/>
          </p:cNvSpPr>
          <p:nvPr>
            <p:ph type="pic" idx="6"/>
          </p:nvPr>
        </p:nvSpPr>
        <p:spPr>
          <a:xfrm>
            <a:off x="6685867" y="3046783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>
            <a:spLocks noGrp="1"/>
          </p:cNvSpPr>
          <p:nvPr>
            <p:ph type="pic" idx="7"/>
          </p:nvPr>
        </p:nvSpPr>
        <p:spPr>
          <a:xfrm>
            <a:off x="10954217" y="3063400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6"/>
          <p:cNvSpPr>
            <a:spLocks noGrp="1"/>
          </p:cNvSpPr>
          <p:nvPr>
            <p:ph type="pic" idx="8"/>
          </p:nvPr>
        </p:nvSpPr>
        <p:spPr>
          <a:xfrm>
            <a:off x="-368317" y="688200"/>
            <a:ext cx="3707200" cy="21076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3095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6DC0F-C5AC-4D0E-86A3-6A8197616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703B6B-097A-4CED-A946-3D8DCB045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54C8BE-B48D-42CC-9A81-29A6567A7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A9A86-9B5B-420A-BB7E-2FC2695EBF3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FCCC3-E48A-4A1A-AFAE-1E9B312F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41B92-3F95-4A26-ACD7-3F251237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9898-C744-4913-ABE1-F5D81C03E4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598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DM Serif Display"/>
              <a:buNone/>
              <a:defRPr sz="440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M Serif Display"/>
              <a:buChar char="•"/>
              <a:defRPr sz="320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Char char="–"/>
              <a:defRPr sz="28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Char char="•"/>
              <a:defRPr sz="24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–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»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E0A9A86-9B5B-420A-BB7E-2FC2695EBF3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ru-RU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D01E9898-C744-4913-ABE1-F5D81C03E4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1852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BBC73B19-B2F9-43DC-9416-3122B5637461}"/>
              </a:ext>
            </a:extLst>
          </p:cNvPr>
          <p:cNvSpPr/>
          <p:nvPr/>
        </p:nvSpPr>
        <p:spPr>
          <a:xfrm>
            <a:off x="-1013692" y="1640441"/>
            <a:ext cx="6247321" cy="7951986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7321" h="7951986">
                <a:moveTo>
                  <a:pt x="1445716" y="5978600"/>
                </a:moveTo>
                <a:cubicBezTo>
                  <a:pt x="416202" y="5282680"/>
                  <a:pt x="149862" y="4499983"/>
                  <a:pt x="68985" y="3503550"/>
                </a:cubicBezTo>
                <a:cubicBezTo>
                  <a:pt x="-11892" y="2507117"/>
                  <a:pt x="-228267" y="378150"/>
                  <a:pt x="960453" y="0"/>
                </a:cubicBezTo>
                <a:cubicBezTo>
                  <a:pt x="1413081" y="4072692"/>
                  <a:pt x="6165190" y="6682640"/>
                  <a:pt x="6246067" y="7679073"/>
                </a:cubicBezTo>
                <a:cubicBezTo>
                  <a:pt x="6326944" y="8675506"/>
                  <a:pt x="2475230" y="6674521"/>
                  <a:pt x="1445716" y="5978600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2B9E4B-FAE4-4AE1-82DA-BE6D2D6C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333" y="5720868"/>
            <a:ext cx="1266232" cy="1655762"/>
          </a:xfrm>
        </p:spPr>
        <p:txBody>
          <a:bodyPr/>
          <a:lstStyle/>
          <a:p>
            <a:r>
              <a:rPr lang="ru-RU" b="1" dirty="0">
                <a:solidFill>
                  <a:schemeClr val="bg1">
                    <a:lumMod val="75000"/>
                  </a:schemeClr>
                </a:solidFill>
              </a:rPr>
              <a:t>Команда</a:t>
            </a:r>
            <a:r>
              <a:rPr lang="en-US" b="1" dirty="0" err="1">
                <a:solidFill>
                  <a:srgbClr val="7030A0"/>
                </a:solidFill>
              </a:rPr>
              <a:t>DevCode</a:t>
            </a:r>
            <a:endParaRPr lang="ru-RU" b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FE8C0-F3AF-4F34-9797-2762854F4EE2}"/>
              </a:ext>
            </a:extLst>
          </p:cNvPr>
          <p:cNvSpPr txBox="1"/>
          <p:nvPr/>
        </p:nvSpPr>
        <p:spPr>
          <a:xfrm>
            <a:off x="2841248" y="1075416"/>
            <a:ext cx="6838401" cy="304698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solidFill>
                  <a:schemeClr val="bg1">
                    <a:lumMod val="85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Сервис автоматической генерации презентаций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2C06D8E-E0C2-4DFF-ADB4-BE1CC3705784}"/>
              </a:ext>
            </a:extLst>
          </p:cNvPr>
          <p:cNvSpPr/>
          <p:nvPr/>
        </p:nvSpPr>
        <p:spPr>
          <a:xfrm>
            <a:off x="4748317" y="4484727"/>
            <a:ext cx="3024261" cy="73283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40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9EB39DF5-1599-4FE6-A73E-8C75F92F06E7}"/>
              </a:ext>
            </a:extLst>
          </p:cNvPr>
          <p:cNvSpPr/>
          <p:nvPr/>
        </p:nvSpPr>
        <p:spPr>
          <a:xfrm>
            <a:off x="8525162" y="-2132151"/>
            <a:ext cx="5980583" cy="6702322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0583" h="6702322">
                <a:moveTo>
                  <a:pt x="2231963" y="3223970"/>
                </a:moveTo>
                <a:cubicBezTo>
                  <a:pt x="1411999" y="2301355"/>
                  <a:pt x="-365006" y="1640578"/>
                  <a:pt x="66562" y="1103250"/>
                </a:cubicBezTo>
                <a:cubicBezTo>
                  <a:pt x="498130" y="565922"/>
                  <a:pt x="3632650" y="378150"/>
                  <a:pt x="4821370" y="0"/>
                </a:cubicBezTo>
                <a:cubicBezTo>
                  <a:pt x="7079938" y="883722"/>
                  <a:pt x="5417912" y="6101615"/>
                  <a:pt x="4986344" y="6638943"/>
                </a:cubicBezTo>
                <a:cubicBezTo>
                  <a:pt x="4554776" y="7176271"/>
                  <a:pt x="3051927" y="4146585"/>
                  <a:pt x="2231963" y="32239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F8E8B0-301D-4402-B8CA-25AEA58563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3828741" y="4515740"/>
            <a:ext cx="708883" cy="670805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9781811-5A1F-44B3-8EE8-9DA8DFC7C305}"/>
              </a:ext>
            </a:extLst>
          </p:cNvPr>
          <p:cNvSpPr/>
          <p:nvPr/>
        </p:nvSpPr>
        <p:spPr>
          <a:xfrm>
            <a:off x="1596429" y="7036911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149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BBC73B19-B2F9-43DC-9416-3122B5637461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2C06D8E-E0C2-4DFF-ADB4-BE1CC3705784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9EB39DF5-1599-4FE6-A73E-8C75F92F06E7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9A869E02-188B-4B71-BC40-3077DED7E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9D60016-EA04-4C01-AF14-013FB648011B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B01B41-D808-4D3A-AAB8-BB7809081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610348D9-EE75-4522-BD88-FE8037EE8E77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F4462F91-8C61-4DB1-8B36-D200D3FDF08A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BFD3A08-B759-420B-ACA9-27C0E6435737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7CEAF59-64EF-4807-86AA-1731E5F2A400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382E4CF5-CD37-4028-970C-312C2371D95D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AEC434CB-2CDD-4804-A121-6C2CAA4304FE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F2DD76C9-C0F9-4E17-A68D-099504A8053B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001D7BF7-6FC5-4462-874C-8FDE70C2C8D2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3B10C6DB-28ED-4773-8B47-CA4D5D240245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2CADAA6-CB73-4615-98D7-1DA65E9F2A4D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8BD40598-81A5-4AA8-85E8-9EAFCC3953E3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32019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BBC73B19-B2F9-43DC-9416-3122B5637461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2C06D8E-E0C2-4DFF-ADB4-BE1CC3705784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9EB39DF5-1599-4FE6-A73E-8C75F92F06E7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9A869E02-188B-4B71-BC40-3077DED7E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9D60016-EA04-4C01-AF14-013FB648011B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B01B41-D808-4D3A-AAB8-BB7809081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610348D9-EE75-4522-BD88-FE8037EE8E77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F4462F91-8C61-4DB1-8B36-D200D3FDF08A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BFD3A08-B759-420B-ACA9-27C0E6435737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7CEAF59-64EF-4807-86AA-1731E5F2A400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382E4CF5-CD37-4028-970C-312C2371D95D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AEC434CB-2CDD-4804-A121-6C2CAA4304FE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F2DD76C9-C0F9-4E17-A68D-099504A8053B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001D7BF7-6FC5-4462-874C-8FDE70C2C8D2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3B10C6DB-28ED-4773-8B47-CA4D5D240245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2CADAA6-CB73-4615-98D7-1DA65E9F2A4D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8BD40598-81A5-4AA8-85E8-9EAFCC3953E3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411941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fessional Minimalist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minimal-professional</Template>
  <TotalTime>94</TotalTime>
  <Words>9</Words>
  <Application>Microsoft Office PowerPoint</Application>
  <PresentationFormat>Широкоэкранный</PresentationFormat>
  <Paragraphs>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0" baseType="lpstr">
      <vt:lpstr>맑은 고딕</vt:lpstr>
      <vt:lpstr>Arial</vt:lpstr>
      <vt:lpstr>Bahnschrift SemiBold</vt:lpstr>
      <vt:lpstr>Calibri</vt:lpstr>
      <vt:lpstr>DM Sans</vt:lpstr>
      <vt:lpstr>DM Serif Display</vt:lpstr>
      <vt:lpstr>Professional Minimalist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AmGU</dc:creator>
  <cp:lastModifiedBy>AmGU</cp:lastModifiedBy>
  <cp:revision>15</cp:revision>
  <dcterms:created xsi:type="dcterms:W3CDTF">2026-04-28T05:53:06Z</dcterms:created>
  <dcterms:modified xsi:type="dcterms:W3CDTF">2026-04-28T07:27:32Z</dcterms:modified>
</cp:coreProperties>
</file>