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325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E0A9A86-9B5B-420A-BB7E-2FC2695EBF38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ru-RU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326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286000" y="3065933"/>
            <a:ext cx="7638000" cy="108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340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obj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88267" y="1492617"/>
            <a:ext cx="10945800" cy="476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04815" lvl="0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Char char="•"/>
              <a:defRPr sz="6934"/>
            </a:lvl1pPr>
            <a:lvl2pPr marL="609630" lvl="1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–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L="914446" lvl="2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L="1219261" lvl="3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–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L="1524076" lvl="4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»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L="1828891" lvl="5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L="2133707" lvl="6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L="2438522" lvl="7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L="2743337" lvl="8" indent="-592696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SzPts val="10400"/>
              <a:buFont typeface="DM Serif Display"/>
              <a:buChar char="•"/>
              <a:defRPr sz="6934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8288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secHead">
  <p:cSld name="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>
            <a:spLocks noGrp="1"/>
          </p:cNvSpPr>
          <p:nvPr>
            <p:ph type="pic" idx="2"/>
          </p:nvPr>
        </p:nvSpPr>
        <p:spPr>
          <a:xfrm>
            <a:off x="-117" y="0"/>
            <a:ext cx="45048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331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twoObj">
  <p:cSld name="Galler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3937817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6"/>
          <p:cNvSpPr>
            <a:spLocks noGrp="1"/>
          </p:cNvSpPr>
          <p:nvPr>
            <p:ph type="pic" idx="3"/>
          </p:nvPr>
        </p:nvSpPr>
        <p:spPr>
          <a:xfrm>
            <a:off x="8243950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6"/>
          <p:cNvSpPr>
            <a:spLocks noGrp="1"/>
          </p:cNvSpPr>
          <p:nvPr>
            <p:ph type="pic" idx="4"/>
          </p:nvPr>
        </p:nvSpPr>
        <p:spPr>
          <a:xfrm>
            <a:off x="-1926400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6"/>
          <p:cNvSpPr>
            <a:spLocks noGrp="1"/>
          </p:cNvSpPr>
          <p:nvPr>
            <p:ph type="pic" idx="5"/>
          </p:nvPr>
        </p:nvSpPr>
        <p:spPr>
          <a:xfrm>
            <a:off x="2379733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6"/>
          <p:cNvSpPr>
            <a:spLocks noGrp="1"/>
          </p:cNvSpPr>
          <p:nvPr>
            <p:ph type="pic" idx="6"/>
          </p:nvPr>
        </p:nvSpPr>
        <p:spPr>
          <a:xfrm>
            <a:off x="6685867" y="3046783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>
            <a:spLocks noGrp="1"/>
          </p:cNvSpPr>
          <p:nvPr>
            <p:ph type="pic" idx="7"/>
          </p:nvPr>
        </p:nvSpPr>
        <p:spPr>
          <a:xfrm>
            <a:off x="10954217" y="3063400"/>
            <a:ext cx="3707200" cy="2107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6"/>
          <p:cNvSpPr>
            <a:spLocks noGrp="1"/>
          </p:cNvSpPr>
          <p:nvPr>
            <p:ph type="pic" idx="8"/>
          </p:nvPr>
        </p:nvSpPr>
        <p:spPr>
          <a:xfrm>
            <a:off x="-368317" y="688200"/>
            <a:ext cx="3707200" cy="21076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3095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6DC0F-C5AC-4D0E-86A3-6A8197616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703B6B-097A-4CED-A946-3D8DCB045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4C8BE-B48D-42CC-9A81-29A6567A7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A9A86-9B5B-420A-BB7E-2FC2695EBF38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FCCC3-E48A-4A1A-AFAE-1E9B312F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441B92-3F95-4A26-ACD7-3F251237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598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DM Serif Display"/>
              <a:buNone/>
              <a:defRPr sz="44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Char char="–"/>
              <a:defRPr sz="28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Char char="•"/>
              <a:defRPr sz="24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–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»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E0A9A86-9B5B-420A-BB7E-2FC2695EBF38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ru-RU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D01E9898-C744-4913-ABE1-F5D81C03E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1852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1013692" y="1640441"/>
            <a:ext cx="6247321" cy="7951986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47321" h="7951986">
                <a:moveTo>
                  <a:pt x="1445716" y="5978600"/>
                </a:moveTo>
                <a:cubicBezTo>
                  <a:pt x="416202" y="5282680"/>
                  <a:pt x="149862" y="4499983"/>
                  <a:pt x="68985" y="3503550"/>
                </a:cubicBezTo>
                <a:cubicBezTo>
                  <a:pt x="-11892" y="2507117"/>
                  <a:pt x="-228267" y="378150"/>
                  <a:pt x="960453" y="0"/>
                </a:cubicBezTo>
                <a:cubicBezTo>
                  <a:pt x="1413081" y="4072692"/>
                  <a:pt x="6165190" y="6682640"/>
                  <a:pt x="6246067" y="7679073"/>
                </a:cubicBezTo>
                <a:cubicBezTo>
                  <a:pt x="6326944" y="8675506"/>
                  <a:pt x="2475230" y="6674521"/>
                  <a:pt x="1445716" y="5978600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2B9E4B-FAE4-4AE1-82DA-BE6D2D6CC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4927" y="5674209"/>
            <a:ext cx="1331040" cy="1655762"/>
          </a:xfrm>
        </p:spPr>
        <p:txBody>
          <a:bodyPr/>
          <a:lstStyle/>
          <a:p>
            <a:r>
              <a:rPr lang="ru-RU" b="1" dirty="0">
                <a:solidFill>
                  <a:schemeClr val="bg1">
                    <a:lumMod val="75000"/>
                  </a:schemeClr>
                </a:solidFill>
              </a:rPr>
              <a:t>Команда</a:t>
            </a:r>
            <a:r>
              <a:rPr lang="en-US" b="1" dirty="0" err="1">
                <a:solidFill>
                  <a:srgbClr val="7030A0"/>
                </a:solidFill>
              </a:rPr>
              <a:t>DevCode</a:t>
            </a:r>
            <a:endParaRPr lang="ru-RU" b="1" dirty="0">
              <a:solidFill>
                <a:srgbClr val="7030A0"/>
              </a:solidFill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DC38FA2-DECE-2E94-B633-BE0DC3C16600}"/>
              </a:ext>
            </a:extLst>
          </p:cNvPr>
          <p:cNvGrpSpPr/>
          <p:nvPr/>
        </p:nvGrpSpPr>
        <p:grpSpPr>
          <a:xfrm>
            <a:off x="2355019" y="257297"/>
            <a:ext cx="7481962" cy="4922521"/>
            <a:chOff x="2355019" y="257297"/>
            <a:chExt cx="7481962" cy="4922521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B730EDB9-0105-F1B9-2D2A-997CEF6217CD}"/>
                </a:ext>
              </a:extLst>
            </p:cNvPr>
            <p:cNvSpPr/>
            <p:nvPr/>
          </p:nvSpPr>
          <p:spPr>
            <a:xfrm>
              <a:off x="2355019" y="257297"/>
              <a:ext cx="7481962" cy="4922521"/>
            </a:xfrm>
            <a:custGeom>
              <a:avLst/>
              <a:gdLst>
                <a:gd name="csX0" fmla="*/ 0 w 7481962"/>
                <a:gd name="csY0" fmla="*/ 1697598 h 4669247"/>
                <a:gd name="csX1" fmla="*/ 1697598 w 7481962"/>
                <a:gd name="csY1" fmla="*/ 0 h 4669247"/>
                <a:gd name="csX2" fmla="*/ 5784364 w 7481962"/>
                <a:gd name="csY2" fmla="*/ 0 h 4669247"/>
                <a:gd name="csX3" fmla="*/ 7481962 w 7481962"/>
                <a:gd name="csY3" fmla="*/ 1697598 h 4669247"/>
                <a:gd name="csX4" fmla="*/ 7481962 w 7481962"/>
                <a:gd name="csY4" fmla="*/ 2971649 h 4669247"/>
                <a:gd name="csX5" fmla="*/ 5784364 w 7481962"/>
                <a:gd name="csY5" fmla="*/ 4669247 h 4669247"/>
                <a:gd name="csX6" fmla="*/ 1697598 w 7481962"/>
                <a:gd name="csY6" fmla="*/ 4669247 h 4669247"/>
                <a:gd name="csX7" fmla="*/ 0 w 7481962"/>
                <a:gd name="csY7" fmla="*/ 2971649 h 4669247"/>
                <a:gd name="csX8" fmla="*/ 0 w 7481962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7746351 w 7746351"/>
                <a:gd name="csY4" fmla="*/ 29716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2082500 h 5054149"/>
                <a:gd name="csX1" fmla="*/ 481530 w 7746351"/>
                <a:gd name="csY1" fmla="*/ 1067073 h 5054149"/>
                <a:gd name="csX2" fmla="*/ 6048753 w 7746351"/>
                <a:gd name="csY2" fmla="*/ 384902 h 5054149"/>
                <a:gd name="csX3" fmla="*/ 7746351 w 7746351"/>
                <a:gd name="csY3" fmla="*/ 2082500 h 5054149"/>
                <a:gd name="csX4" fmla="*/ 7746351 w 7746351"/>
                <a:gd name="csY4" fmla="*/ 3356551 h 5054149"/>
                <a:gd name="csX5" fmla="*/ 6048753 w 7746351"/>
                <a:gd name="csY5" fmla="*/ 5054149 h 5054149"/>
                <a:gd name="csX6" fmla="*/ 1961987 w 7746351"/>
                <a:gd name="csY6" fmla="*/ 5054149 h 5054149"/>
                <a:gd name="csX7" fmla="*/ 264389 w 7746351"/>
                <a:gd name="csY7" fmla="*/ 3356551 h 5054149"/>
                <a:gd name="csX8" fmla="*/ 264389 w 7746351"/>
                <a:gd name="csY8" fmla="*/ 2082500 h 5054149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7746351 w 7746351"/>
                <a:gd name="csY4" fmla="*/ 29716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1697598 h 4669670"/>
                <a:gd name="csX1" fmla="*/ 481530 w 7746351"/>
                <a:gd name="csY1" fmla="*/ 682171 h 4669670"/>
                <a:gd name="csX2" fmla="*/ 6048753 w 7746351"/>
                <a:gd name="csY2" fmla="*/ 0 h 4669670"/>
                <a:gd name="csX3" fmla="*/ 7746351 w 7746351"/>
                <a:gd name="csY3" fmla="*/ 1697598 h 4669670"/>
                <a:gd name="csX4" fmla="*/ 6367494 w 7746351"/>
                <a:gd name="csY4" fmla="*/ 3174849 h 4669670"/>
                <a:gd name="csX5" fmla="*/ 6048753 w 7746351"/>
                <a:gd name="csY5" fmla="*/ 4669247 h 4669670"/>
                <a:gd name="csX6" fmla="*/ 1961987 w 7746351"/>
                <a:gd name="csY6" fmla="*/ 4669247 h 4669670"/>
                <a:gd name="csX7" fmla="*/ 264389 w 7746351"/>
                <a:gd name="csY7" fmla="*/ 2971649 h 4669670"/>
                <a:gd name="csX8" fmla="*/ 264389 w 7746351"/>
                <a:gd name="csY8" fmla="*/ 1697598 h 4669670"/>
                <a:gd name="csX0" fmla="*/ 264389 w 7746351"/>
                <a:gd name="csY0" fmla="*/ 1697598 h 4669670"/>
                <a:gd name="csX1" fmla="*/ 481530 w 7746351"/>
                <a:gd name="csY1" fmla="*/ 682171 h 4669670"/>
                <a:gd name="csX2" fmla="*/ 6048753 w 7746351"/>
                <a:gd name="csY2" fmla="*/ 0 h 4669670"/>
                <a:gd name="csX3" fmla="*/ 7746351 w 7746351"/>
                <a:gd name="csY3" fmla="*/ 1697598 h 4669670"/>
                <a:gd name="csX4" fmla="*/ 6367494 w 7746351"/>
                <a:gd name="csY4" fmla="*/ 3174849 h 4669670"/>
                <a:gd name="csX5" fmla="*/ 6048753 w 7746351"/>
                <a:gd name="csY5" fmla="*/ 4669247 h 4669670"/>
                <a:gd name="csX6" fmla="*/ 1961987 w 7746351"/>
                <a:gd name="csY6" fmla="*/ 4669247 h 4669670"/>
                <a:gd name="csX7" fmla="*/ 990103 w 7746351"/>
                <a:gd name="csY7" fmla="*/ 2957135 h 4669670"/>
                <a:gd name="csX8" fmla="*/ 264389 w 7746351"/>
                <a:gd name="csY8" fmla="*/ 1697598 h 4669670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890008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764844"/>
                <a:gd name="csX1" fmla="*/ 481530 w 7746351"/>
                <a:gd name="csY1" fmla="*/ 682171 h 4764844"/>
                <a:gd name="csX2" fmla="*/ 6048753 w 7746351"/>
                <a:gd name="csY2" fmla="*/ 0 h 4764844"/>
                <a:gd name="csX3" fmla="*/ 7746351 w 7746351"/>
                <a:gd name="csY3" fmla="*/ 1697598 h 4764844"/>
                <a:gd name="csX4" fmla="*/ 6890008 w 7746351"/>
                <a:gd name="csY4" fmla="*/ 3174849 h 4764844"/>
                <a:gd name="csX5" fmla="*/ 4844067 w 7746351"/>
                <a:gd name="csY5" fmla="*/ 4277362 h 4764844"/>
                <a:gd name="csX6" fmla="*/ 1961987 w 7746351"/>
                <a:gd name="csY6" fmla="*/ 4669247 h 4764844"/>
                <a:gd name="csX7" fmla="*/ 990103 w 7746351"/>
                <a:gd name="csY7" fmla="*/ 2957135 h 4764844"/>
                <a:gd name="csX8" fmla="*/ 264389 w 7746351"/>
                <a:gd name="csY8" fmla="*/ 1697598 h 4764844"/>
                <a:gd name="csX0" fmla="*/ 264389 w 7746351"/>
                <a:gd name="csY0" fmla="*/ 1697598 h 4764844"/>
                <a:gd name="csX1" fmla="*/ 481530 w 7746351"/>
                <a:gd name="csY1" fmla="*/ 682171 h 4764844"/>
                <a:gd name="csX2" fmla="*/ 6048753 w 7746351"/>
                <a:gd name="csY2" fmla="*/ 0 h 4764844"/>
                <a:gd name="csX3" fmla="*/ 7746351 w 7746351"/>
                <a:gd name="csY3" fmla="*/ 1697598 h 4764844"/>
                <a:gd name="csX4" fmla="*/ 6890008 w 7746351"/>
                <a:gd name="csY4" fmla="*/ 3174849 h 4764844"/>
                <a:gd name="csX5" fmla="*/ 4844067 w 7746351"/>
                <a:gd name="csY5" fmla="*/ 4277362 h 4764844"/>
                <a:gd name="csX6" fmla="*/ 1961987 w 7746351"/>
                <a:gd name="csY6" fmla="*/ 4669247 h 4764844"/>
                <a:gd name="csX7" fmla="*/ 990103 w 7746351"/>
                <a:gd name="csY7" fmla="*/ 2957135 h 4764844"/>
                <a:gd name="csX8" fmla="*/ 264389 w 7746351"/>
                <a:gd name="csY8" fmla="*/ 1697598 h 4764844"/>
                <a:gd name="csX0" fmla="*/ 264389 w 7746351"/>
                <a:gd name="csY0" fmla="*/ 1882166 h 4949412"/>
                <a:gd name="csX1" fmla="*/ 481530 w 7746351"/>
                <a:gd name="csY1" fmla="*/ 866739 h 4949412"/>
                <a:gd name="csX2" fmla="*/ 6048753 w 7746351"/>
                <a:gd name="csY2" fmla="*/ 184568 h 4949412"/>
                <a:gd name="csX3" fmla="*/ 7746351 w 7746351"/>
                <a:gd name="csY3" fmla="*/ 1882166 h 4949412"/>
                <a:gd name="csX4" fmla="*/ 6890008 w 7746351"/>
                <a:gd name="csY4" fmla="*/ 3359417 h 4949412"/>
                <a:gd name="csX5" fmla="*/ 4844067 w 7746351"/>
                <a:gd name="csY5" fmla="*/ 4461930 h 4949412"/>
                <a:gd name="csX6" fmla="*/ 1961987 w 7746351"/>
                <a:gd name="csY6" fmla="*/ 4853815 h 4949412"/>
                <a:gd name="csX7" fmla="*/ 990103 w 7746351"/>
                <a:gd name="csY7" fmla="*/ 3141703 h 4949412"/>
                <a:gd name="csX8" fmla="*/ 264389 w 7746351"/>
                <a:gd name="csY8" fmla="*/ 1882166 h 4949412"/>
                <a:gd name="csX0" fmla="*/ 264389 w 7746351"/>
                <a:gd name="csY0" fmla="*/ 1882166 h 4949412"/>
                <a:gd name="csX1" fmla="*/ 481530 w 7746351"/>
                <a:gd name="csY1" fmla="*/ 866739 h 4949412"/>
                <a:gd name="csX2" fmla="*/ 6048753 w 7746351"/>
                <a:gd name="csY2" fmla="*/ 184568 h 4949412"/>
                <a:gd name="csX3" fmla="*/ 7746351 w 7746351"/>
                <a:gd name="csY3" fmla="*/ 1882166 h 4949412"/>
                <a:gd name="csX4" fmla="*/ 6890008 w 7746351"/>
                <a:gd name="csY4" fmla="*/ 3359417 h 4949412"/>
                <a:gd name="csX5" fmla="*/ 4844067 w 7746351"/>
                <a:gd name="csY5" fmla="*/ 4461930 h 4949412"/>
                <a:gd name="csX6" fmla="*/ 1961987 w 7746351"/>
                <a:gd name="csY6" fmla="*/ 4853815 h 4949412"/>
                <a:gd name="csX7" fmla="*/ 990103 w 7746351"/>
                <a:gd name="csY7" fmla="*/ 3141703 h 4949412"/>
                <a:gd name="csX8" fmla="*/ 264389 w 7746351"/>
                <a:gd name="csY8" fmla="*/ 1882166 h 4949412"/>
                <a:gd name="csX0" fmla="*/ 264389 w 7746351"/>
                <a:gd name="csY0" fmla="*/ 1989208 h 5056454"/>
                <a:gd name="csX1" fmla="*/ 481530 w 7746351"/>
                <a:gd name="csY1" fmla="*/ 973781 h 5056454"/>
                <a:gd name="csX2" fmla="*/ 6048753 w 7746351"/>
                <a:gd name="csY2" fmla="*/ 291610 h 5056454"/>
                <a:gd name="csX3" fmla="*/ 7746351 w 7746351"/>
                <a:gd name="csY3" fmla="*/ 1989208 h 5056454"/>
                <a:gd name="csX4" fmla="*/ 6890008 w 7746351"/>
                <a:gd name="csY4" fmla="*/ 3466459 h 5056454"/>
                <a:gd name="csX5" fmla="*/ 4844067 w 7746351"/>
                <a:gd name="csY5" fmla="*/ 4568972 h 5056454"/>
                <a:gd name="csX6" fmla="*/ 1961987 w 7746351"/>
                <a:gd name="csY6" fmla="*/ 4960857 h 5056454"/>
                <a:gd name="csX7" fmla="*/ 990103 w 7746351"/>
                <a:gd name="csY7" fmla="*/ 3248745 h 5056454"/>
                <a:gd name="csX8" fmla="*/ 264389 w 7746351"/>
                <a:gd name="csY8" fmla="*/ 1989208 h 5056454"/>
                <a:gd name="csX0" fmla="*/ 55780 w 7537742"/>
                <a:gd name="csY0" fmla="*/ 1969086 h 5036332"/>
                <a:gd name="csX1" fmla="*/ 664807 w 7537742"/>
                <a:gd name="csY1" fmla="*/ 1055259 h 5036332"/>
                <a:gd name="csX2" fmla="*/ 5840144 w 7537742"/>
                <a:gd name="csY2" fmla="*/ 271488 h 5036332"/>
                <a:gd name="csX3" fmla="*/ 7537742 w 7537742"/>
                <a:gd name="csY3" fmla="*/ 1969086 h 5036332"/>
                <a:gd name="csX4" fmla="*/ 6681399 w 7537742"/>
                <a:gd name="csY4" fmla="*/ 3446337 h 5036332"/>
                <a:gd name="csX5" fmla="*/ 4635458 w 7537742"/>
                <a:gd name="csY5" fmla="*/ 4548850 h 5036332"/>
                <a:gd name="csX6" fmla="*/ 1753378 w 7537742"/>
                <a:gd name="csY6" fmla="*/ 4940735 h 5036332"/>
                <a:gd name="csX7" fmla="*/ 781494 w 7537742"/>
                <a:gd name="csY7" fmla="*/ 3228623 h 5036332"/>
                <a:gd name="csX8" fmla="*/ 55780 w 7537742"/>
                <a:gd name="csY8" fmla="*/ 1969086 h 5036332"/>
                <a:gd name="csX0" fmla="*/ 47286 w 7529248"/>
                <a:gd name="csY0" fmla="*/ 1969086 h 5036332"/>
                <a:gd name="csX1" fmla="*/ 656313 w 7529248"/>
                <a:gd name="csY1" fmla="*/ 1055259 h 5036332"/>
                <a:gd name="csX2" fmla="*/ 5831650 w 7529248"/>
                <a:gd name="csY2" fmla="*/ 271488 h 5036332"/>
                <a:gd name="csX3" fmla="*/ 7529248 w 7529248"/>
                <a:gd name="csY3" fmla="*/ 1969086 h 5036332"/>
                <a:gd name="csX4" fmla="*/ 6672905 w 7529248"/>
                <a:gd name="csY4" fmla="*/ 3446337 h 5036332"/>
                <a:gd name="csX5" fmla="*/ 4626964 w 7529248"/>
                <a:gd name="csY5" fmla="*/ 4548850 h 5036332"/>
                <a:gd name="csX6" fmla="*/ 1744884 w 7529248"/>
                <a:gd name="csY6" fmla="*/ 4940735 h 5036332"/>
                <a:gd name="csX7" fmla="*/ 773000 w 7529248"/>
                <a:gd name="csY7" fmla="*/ 3228623 h 5036332"/>
                <a:gd name="csX8" fmla="*/ 47286 w 7529248"/>
                <a:gd name="csY8" fmla="*/ 1969086 h 5036332"/>
                <a:gd name="csX0" fmla="*/ 47286 w 7529248"/>
                <a:gd name="csY0" fmla="*/ 1862990 h 4930236"/>
                <a:gd name="csX1" fmla="*/ 656313 w 7529248"/>
                <a:gd name="csY1" fmla="*/ 949163 h 4930236"/>
                <a:gd name="csX2" fmla="*/ 5831650 w 7529248"/>
                <a:gd name="csY2" fmla="*/ 165392 h 4930236"/>
                <a:gd name="csX3" fmla="*/ 7529248 w 7529248"/>
                <a:gd name="csY3" fmla="*/ 1862990 h 4930236"/>
                <a:gd name="csX4" fmla="*/ 6672905 w 7529248"/>
                <a:gd name="csY4" fmla="*/ 3340241 h 4930236"/>
                <a:gd name="csX5" fmla="*/ 4626964 w 7529248"/>
                <a:gd name="csY5" fmla="*/ 4442754 h 4930236"/>
                <a:gd name="csX6" fmla="*/ 1744884 w 7529248"/>
                <a:gd name="csY6" fmla="*/ 4834639 h 4930236"/>
                <a:gd name="csX7" fmla="*/ 773000 w 7529248"/>
                <a:gd name="csY7" fmla="*/ 3122527 h 4930236"/>
                <a:gd name="csX8" fmla="*/ 47286 w 7529248"/>
                <a:gd name="csY8" fmla="*/ 1862990 h 4930236"/>
                <a:gd name="csX0" fmla="*/ 47286 w 7529248"/>
                <a:gd name="csY0" fmla="*/ 1862990 h 4930236"/>
                <a:gd name="csX1" fmla="*/ 656313 w 7529248"/>
                <a:gd name="csY1" fmla="*/ 949163 h 4930236"/>
                <a:gd name="csX2" fmla="*/ 5831650 w 7529248"/>
                <a:gd name="csY2" fmla="*/ 165392 h 4930236"/>
                <a:gd name="csX3" fmla="*/ 7529248 w 7529248"/>
                <a:gd name="csY3" fmla="*/ 1862990 h 4930236"/>
                <a:gd name="csX4" fmla="*/ 6672905 w 7529248"/>
                <a:gd name="csY4" fmla="*/ 3340241 h 4930236"/>
                <a:gd name="csX5" fmla="*/ 4626964 w 7529248"/>
                <a:gd name="csY5" fmla="*/ 4442754 h 4930236"/>
                <a:gd name="csX6" fmla="*/ 1744884 w 7529248"/>
                <a:gd name="csY6" fmla="*/ 4834639 h 4930236"/>
                <a:gd name="csX7" fmla="*/ 773000 w 7529248"/>
                <a:gd name="csY7" fmla="*/ 3122527 h 4930236"/>
                <a:gd name="csX8" fmla="*/ 47286 w 7529248"/>
                <a:gd name="csY8" fmla="*/ 1862990 h 4930236"/>
                <a:gd name="csX0" fmla="*/ 0 w 7481962"/>
                <a:gd name="csY0" fmla="*/ 1862990 h 4930236"/>
                <a:gd name="csX1" fmla="*/ 609027 w 7481962"/>
                <a:gd name="csY1" fmla="*/ 949163 h 4930236"/>
                <a:gd name="csX2" fmla="*/ 5784364 w 7481962"/>
                <a:gd name="csY2" fmla="*/ 165392 h 4930236"/>
                <a:gd name="csX3" fmla="*/ 7481962 w 7481962"/>
                <a:gd name="csY3" fmla="*/ 1862990 h 4930236"/>
                <a:gd name="csX4" fmla="*/ 6625619 w 7481962"/>
                <a:gd name="csY4" fmla="*/ 3340241 h 4930236"/>
                <a:gd name="csX5" fmla="*/ 4579678 w 7481962"/>
                <a:gd name="csY5" fmla="*/ 4442754 h 4930236"/>
                <a:gd name="csX6" fmla="*/ 1697598 w 7481962"/>
                <a:gd name="csY6" fmla="*/ 4834639 h 4930236"/>
                <a:gd name="csX7" fmla="*/ 725714 w 7481962"/>
                <a:gd name="csY7" fmla="*/ 3122527 h 4930236"/>
                <a:gd name="csX8" fmla="*/ 0 w 7481962"/>
                <a:gd name="csY8" fmla="*/ 1862990 h 4930236"/>
                <a:gd name="csX0" fmla="*/ 0 w 7481962"/>
                <a:gd name="csY0" fmla="*/ 1780054 h 4847300"/>
                <a:gd name="csX1" fmla="*/ 609027 w 7481962"/>
                <a:gd name="csY1" fmla="*/ 866227 h 4847300"/>
                <a:gd name="csX2" fmla="*/ 5784364 w 7481962"/>
                <a:gd name="csY2" fmla="*/ 82456 h 4847300"/>
                <a:gd name="csX3" fmla="*/ 7481962 w 7481962"/>
                <a:gd name="csY3" fmla="*/ 1780054 h 4847300"/>
                <a:gd name="csX4" fmla="*/ 6625619 w 7481962"/>
                <a:gd name="csY4" fmla="*/ 3257305 h 4847300"/>
                <a:gd name="csX5" fmla="*/ 4579678 w 7481962"/>
                <a:gd name="csY5" fmla="*/ 4359818 h 4847300"/>
                <a:gd name="csX6" fmla="*/ 1697598 w 7481962"/>
                <a:gd name="csY6" fmla="*/ 4751703 h 4847300"/>
                <a:gd name="csX7" fmla="*/ 725714 w 7481962"/>
                <a:gd name="csY7" fmla="*/ 3039591 h 4847300"/>
                <a:gd name="csX8" fmla="*/ 0 w 7481962"/>
                <a:gd name="csY8" fmla="*/ 1780054 h 4847300"/>
                <a:gd name="csX0" fmla="*/ 0 w 7481962"/>
                <a:gd name="csY0" fmla="*/ 1802841 h 4870087"/>
                <a:gd name="csX1" fmla="*/ 609027 w 7481962"/>
                <a:gd name="csY1" fmla="*/ 889014 h 4870087"/>
                <a:gd name="csX2" fmla="*/ 5784364 w 7481962"/>
                <a:gd name="csY2" fmla="*/ 105243 h 4870087"/>
                <a:gd name="csX3" fmla="*/ 7481962 w 7481962"/>
                <a:gd name="csY3" fmla="*/ 1802841 h 4870087"/>
                <a:gd name="csX4" fmla="*/ 6625619 w 7481962"/>
                <a:gd name="csY4" fmla="*/ 3280092 h 4870087"/>
                <a:gd name="csX5" fmla="*/ 4579678 w 7481962"/>
                <a:gd name="csY5" fmla="*/ 4382605 h 4870087"/>
                <a:gd name="csX6" fmla="*/ 1697598 w 7481962"/>
                <a:gd name="csY6" fmla="*/ 4774490 h 4870087"/>
                <a:gd name="csX7" fmla="*/ 725714 w 7481962"/>
                <a:gd name="csY7" fmla="*/ 3062378 h 4870087"/>
                <a:gd name="csX8" fmla="*/ 0 w 7481962"/>
                <a:gd name="csY8" fmla="*/ 1802841 h 4870087"/>
                <a:gd name="csX0" fmla="*/ 0 w 7481962"/>
                <a:gd name="csY0" fmla="*/ 1802841 h 4870087"/>
                <a:gd name="csX1" fmla="*/ 609027 w 7481962"/>
                <a:gd name="csY1" fmla="*/ 889014 h 4870087"/>
                <a:gd name="csX2" fmla="*/ 5784364 w 7481962"/>
                <a:gd name="csY2" fmla="*/ 105243 h 4870087"/>
                <a:gd name="csX3" fmla="*/ 7481962 w 7481962"/>
                <a:gd name="csY3" fmla="*/ 1802841 h 4870087"/>
                <a:gd name="csX4" fmla="*/ 6625619 w 7481962"/>
                <a:gd name="csY4" fmla="*/ 3280092 h 4870087"/>
                <a:gd name="csX5" fmla="*/ 4579678 w 7481962"/>
                <a:gd name="csY5" fmla="*/ 4382605 h 4870087"/>
                <a:gd name="csX6" fmla="*/ 1697598 w 7481962"/>
                <a:gd name="csY6" fmla="*/ 4774490 h 4870087"/>
                <a:gd name="csX7" fmla="*/ 1045028 w 7481962"/>
                <a:gd name="csY7" fmla="*/ 3062378 h 4870087"/>
                <a:gd name="csX8" fmla="*/ 0 w 7481962"/>
                <a:gd name="csY8" fmla="*/ 1802841 h 4870087"/>
                <a:gd name="csX0" fmla="*/ 0 w 7481962"/>
                <a:gd name="csY0" fmla="*/ 1775334 h 4842580"/>
                <a:gd name="csX1" fmla="*/ 609027 w 7481962"/>
                <a:gd name="csY1" fmla="*/ 861507 h 4842580"/>
                <a:gd name="csX2" fmla="*/ 5784364 w 7481962"/>
                <a:gd name="csY2" fmla="*/ 77736 h 4842580"/>
                <a:gd name="csX3" fmla="*/ 7481962 w 7481962"/>
                <a:gd name="csY3" fmla="*/ 1775334 h 4842580"/>
                <a:gd name="csX4" fmla="*/ 6625619 w 7481962"/>
                <a:gd name="csY4" fmla="*/ 3252585 h 4842580"/>
                <a:gd name="csX5" fmla="*/ 4579678 w 7481962"/>
                <a:gd name="csY5" fmla="*/ 4355098 h 4842580"/>
                <a:gd name="csX6" fmla="*/ 1697598 w 7481962"/>
                <a:gd name="csY6" fmla="*/ 4746983 h 4842580"/>
                <a:gd name="csX7" fmla="*/ 1045028 w 7481962"/>
                <a:gd name="csY7" fmla="*/ 3034871 h 4842580"/>
                <a:gd name="csX8" fmla="*/ 0 w 7481962"/>
                <a:gd name="csY8" fmla="*/ 1775334 h 4842580"/>
                <a:gd name="csX0" fmla="*/ 0 w 7481962"/>
                <a:gd name="csY0" fmla="*/ 1775334 h 4842580"/>
                <a:gd name="csX1" fmla="*/ 609027 w 7481962"/>
                <a:gd name="csY1" fmla="*/ 861507 h 4842580"/>
                <a:gd name="csX2" fmla="*/ 5784364 w 7481962"/>
                <a:gd name="csY2" fmla="*/ 77736 h 4842580"/>
                <a:gd name="csX3" fmla="*/ 7481962 w 7481962"/>
                <a:gd name="csY3" fmla="*/ 1775334 h 4842580"/>
                <a:gd name="csX4" fmla="*/ 6625619 w 7481962"/>
                <a:gd name="csY4" fmla="*/ 3252585 h 4842580"/>
                <a:gd name="csX5" fmla="*/ 4579678 w 7481962"/>
                <a:gd name="csY5" fmla="*/ 4355098 h 4842580"/>
                <a:gd name="csX6" fmla="*/ 1697598 w 7481962"/>
                <a:gd name="csY6" fmla="*/ 4746983 h 4842580"/>
                <a:gd name="csX7" fmla="*/ 1045028 w 7481962"/>
                <a:gd name="csY7" fmla="*/ 3034871 h 4842580"/>
                <a:gd name="csX8" fmla="*/ 0 w 7481962"/>
                <a:gd name="csY8" fmla="*/ 1775334 h 4842580"/>
                <a:gd name="csX0" fmla="*/ 0 w 7481962"/>
                <a:gd name="csY0" fmla="*/ 1855275 h 4922521"/>
                <a:gd name="csX1" fmla="*/ 855770 w 7481962"/>
                <a:gd name="csY1" fmla="*/ 578591 h 4922521"/>
                <a:gd name="csX2" fmla="*/ 5784364 w 7481962"/>
                <a:gd name="csY2" fmla="*/ 157677 h 4922521"/>
                <a:gd name="csX3" fmla="*/ 7481962 w 7481962"/>
                <a:gd name="csY3" fmla="*/ 1855275 h 4922521"/>
                <a:gd name="csX4" fmla="*/ 6625619 w 7481962"/>
                <a:gd name="csY4" fmla="*/ 3332526 h 4922521"/>
                <a:gd name="csX5" fmla="*/ 4579678 w 7481962"/>
                <a:gd name="csY5" fmla="*/ 4435039 h 4922521"/>
                <a:gd name="csX6" fmla="*/ 1697598 w 7481962"/>
                <a:gd name="csY6" fmla="*/ 4826924 h 4922521"/>
                <a:gd name="csX7" fmla="*/ 1045028 w 7481962"/>
                <a:gd name="csY7" fmla="*/ 3114812 h 4922521"/>
                <a:gd name="csX8" fmla="*/ 0 w 7481962"/>
                <a:gd name="csY8" fmla="*/ 1855275 h 4922521"/>
                <a:gd name="csX0" fmla="*/ 0 w 7481962"/>
                <a:gd name="csY0" fmla="*/ 1855275 h 4922521"/>
                <a:gd name="csX1" fmla="*/ 855770 w 7481962"/>
                <a:gd name="csY1" fmla="*/ 578591 h 4922521"/>
                <a:gd name="csX2" fmla="*/ 5784364 w 7481962"/>
                <a:gd name="csY2" fmla="*/ 157677 h 4922521"/>
                <a:gd name="csX3" fmla="*/ 7481962 w 7481962"/>
                <a:gd name="csY3" fmla="*/ 1855275 h 4922521"/>
                <a:gd name="csX4" fmla="*/ 6625619 w 7481962"/>
                <a:gd name="csY4" fmla="*/ 3332526 h 4922521"/>
                <a:gd name="csX5" fmla="*/ 4579678 w 7481962"/>
                <a:gd name="csY5" fmla="*/ 4435039 h 4922521"/>
                <a:gd name="csX6" fmla="*/ 1697598 w 7481962"/>
                <a:gd name="csY6" fmla="*/ 4826924 h 4922521"/>
                <a:gd name="csX7" fmla="*/ 1045028 w 7481962"/>
                <a:gd name="csY7" fmla="*/ 3114812 h 4922521"/>
                <a:gd name="csX8" fmla="*/ 0 w 7481962"/>
                <a:gd name="csY8" fmla="*/ 1855275 h 4922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481962" h="4922521">
                  <a:moveTo>
                    <a:pt x="0" y="1855275"/>
                  </a:moveTo>
                  <a:cubicBezTo>
                    <a:pt x="0" y="917718"/>
                    <a:pt x="1239012" y="-945409"/>
                    <a:pt x="855770" y="578591"/>
                  </a:cubicBezTo>
                  <a:cubicBezTo>
                    <a:pt x="1666482" y="1057563"/>
                    <a:pt x="5394566" y="-292266"/>
                    <a:pt x="5784364" y="157677"/>
                  </a:cubicBezTo>
                  <a:cubicBezTo>
                    <a:pt x="5096321" y="781791"/>
                    <a:pt x="7481962" y="917718"/>
                    <a:pt x="7481962" y="1855275"/>
                  </a:cubicBezTo>
                  <a:lnTo>
                    <a:pt x="6625619" y="3332526"/>
                  </a:lnTo>
                  <a:cubicBezTo>
                    <a:pt x="8367334" y="4894197"/>
                    <a:pt x="5822035" y="5392981"/>
                    <a:pt x="4579678" y="4435039"/>
                  </a:cubicBezTo>
                  <a:cubicBezTo>
                    <a:pt x="3386756" y="5262353"/>
                    <a:pt x="2658291" y="4696296"/>
                    <a:pt x="1697598" y="4826924"/>
                  </a:cubicBezTo>
                  <a:cubicBezTo>
                    <a:pt x="760041" y="4826924"/>
                    <a:pt x="1045028" y="4052369"/>
                    <a:pt x="1045028" y="3114812"/>
                  </a:cubicBezTo>
                  <a:lnTo>
                    <a:pt x="0" y="18552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23000"/>
                    <a:lumMod val="95000"/>
                  </a:schemeClr>
                </a:gs>
                <a:gs pos="90000">
                  <a:schemeClr val="accent4">
                    <a:lumMod val="60000"/>
                    <a:lumOff val="40000"/>
                  </a:schemeClr>
                </a:gs>
                <a:gs pos="84000">
                  <a:srgbClr val="8E75AC">
                    <a:alpha val="79000"/>
                  </a:srgbClr>
                </a:gs>
                <a:gs pos="40764">
                  <a:srgbClr val="674D7D"/>
                </a:gs>
                <a:gs pos="50000">
                  <a:schemeClr val="accent4">
                    <a:lumMod val="79000"/>
                  </a:schemeClr>
                </a:gs>
                <a:gs pos="68000">
                  <a:srgbClr val="85669D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softEdge rad="63500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7FE8C0-F3AF-4F34-9797-2762854F4EE2}"/>
                </a:ext>
              </a:extLst>
            </p:cNvPr>
            <p:cNvSpPr txBox="1"/>
            <p:nvPr/>
          </p:nvSpPr>
          <p:spPr>
            <a:xfrm>
              <a:off x="2841246" y="1219010"/>
              <a:ext cx="6838401" cy="30469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ru-RU" altLang="ko-KR" sz="4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SemiBold" panose="020B0502040204020203" pitchFamily="34" charset="0"/>
                  <a:cs typeface="Arial" panose="020B0604020202020204" pitchFamily="34" charset="0"/>
                </a:rPr>
                <a:t>Сервис автоматической генерации презентаций</a:t>
              </a:r>
            </a:p>
          </p:txBody>
        </p:sp>
      </p:grp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8525162" y="-2132151"/>
            <a:ext cx="5980583" cy="6702322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0583" h="6702322">
                <a:moveTo>
                  <a:pt x="2231963" y="3223970"/>
                </a:moveTo>
                <a:cubicBezTo>
                  <a:pt x="1411999" y="2301355"/>
                  <a:pt x="-365006" y="1640578"/>
                  <a:pt x="66562" y="1103250"/>
                </a:cubicBezTo>
                <a:cubicBezTo>
                  <a:pt x="498130" y="565922"/>
                  <a:pt x="3632650" y="378150"/>
                  <a:pt x="4821370" y="0"/>
                </a:cubicBezTo>
                <a:cubicBezTo>
                  <a:pt x="7079938" y="883722"/>
                  <a:pt x="5417912" y="6101615"/>
                  <a:pt x="4986344" y="6638943"/>
                </a:cubicBezTo>
                <a:cubicBezTo>
                  <a:pt x="4554776" y="7176271"/>
                  <a:pt x="3051927" y="4146585"/>
                  <a:pt x="2231963" y="32239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4748317" y="4870622"/>
            <a:ext cx="3024261" cy="73283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40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40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F8E8B0-301D-4402-B8CA-25AEA58563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3828741" y="4901635"/>
            <a:ext cx="708883" cy="670805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01A79BD-3741-4745-9E4D-FDD526EFC8A5}"/>
              </a:ext>
            </a:extLst>
          </p:cNvPr>
          <p:cNvSpPr/>
          <p:nvPr/>
        </p:nvSpPr>
        <p:spPr>
          <a:xfrm>
            <a:off x="1431982" y="7288566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  <a:p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 прототип сервиса, который на основе текстового </a:t>
            </a:r>
            <a:r>
              <a:rPr lang="ru-RU" altLang="ko-KR" sz="3200" b="1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промпта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загруженного документа и пользовательских настроек, генерирует готовую презентацию в формате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8A35EB6-8A29-D802-0AA5-AB74D994B951}"/>
              </a:ext>
            </a:extLst>
          </p:cNvPr>
          <p:cNvGrpSpPr/>
          <p:nvPr/>
        </p:nvGrpSpPr>
        <p:grpSpPr>
          <a:xfrm>
            <a:off x="11338892" y="12247990"/>
            <a:ext cx="353122" cy="4829284"/>
            <a:chOff x="11197682" y="1521466"/>
            <a:chExt cx="353122" cy="4829284"/>
          </a:xfrm>
        </p:grpSpPr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826FDD9E-1AC5-CED6-E037-AAABF3D8DA39}"/>
                </a:ext>
              </a:extLst>
            </p:cNvPr>
            <p:cNvCxnSpPr>
              <a:cxnSpLocks/>
              <a:endCxn id="21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C45D9577-D23E-6C00-D84E-A9821BB5B92D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E7B092AA-F77B-819C-AB7E-D70C122FC73D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8CDE07F-20F8-C010-9B2A-0D318B346DB2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FFE0703C-6F6D-2A0B-0764-3A1562E1ADD7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F513DCA9-35A0-C412-04EE-8D353265FED8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6DC0A490-4B91-7A6C-24D5-BD9551374EFB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287B7CBE-06A1-80FF-2F33-E5D69A77659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A92CF9DD-4767-4D4F-E296-94281B213D5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ED866250-C337-04E6-950A-2542BFB34FD9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67814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C9773478-F88E-5260-5827-F17CF6FBC864}"/>
              </a:ext>
            </a:extLst>
          </p:cNvPr>
          <p:cNvGrpSpPr/>
          <p:nvPr/>
        </p:nvGrpSpPr>
        <p:grpSpPr>
          <a:xfrm>
            <a:off x="2355019" y="6912115"/>
            <a:ext cx="7481962" cy="4922521"/>
            <a:chOff x="2355019" y="257297"/>
            <a:chExt cx="7481962" cy="4922521"/>
          </a:xfrm>
        </p:grpSpPr>
        <p:sp>
          <p:nvSpPr>
            <p:cNvPr id="28" name="Прямоугольник: скругленные углы 1">
              <a:extLst>
                <a:ext uri="{FF2B5EF4-FFF2-40B4-BE49-F238E27FC236}">
                  <a16:creationId xmlns:a16="http://schemas.microsoft.com/office/drawing/2014/main" id="{879D9472-F668-763A-EBB2-10E8175AD2CC}"/>
                </a:ext>
              </a:extLst>
            </p:cNvPr>
            <p:cNvSpPr/>
            <p:nvPr/>
          </p:nvSpPr>
          <p:spPr>
            <a:xfrm>
              <a:off x="2355019" y="257297"/>
              <a:ext cx="7481962" cy="4922521"/>
            </a:xfrm>
            <a:custGeom>
              <a:avLst/>
              <a:gdLst>
                <a:gd name="csX0" fmla="*/ 0 w 7481962"/>
                <a:gd name="csY0" fmla="*/ 1697598 h 4669247"/>
                <a:gd name="csX1" fmla="*/ 1697598 w 7481962"/>
                <a:gd name="csY1" fmla="*/ 0 h 4669247"/>
                <a:gd name="csX2" fmla="*/ 5784364 w 7481962"/>
                <a:gd name="csY2" fmla="*/ 0 h 4669247"/>
                <a:gd name="csX3" fmla="*/ 7481962 w 7481962"/>
                <a:gd name="csY3" fmla="*/ 1697598 h 4669247"/>
                <a:gd name="csX4" fmla="*/ 7481962 w 7481962"/>
                <a:gd name="csY4" fmla="*/ 2971649 h 4669247"/>
                <a:gd name="csX5" fmla="*/ 5784364 w 7481962"/>
                <a:gd name="csY5" fmla="*/ 4669247 h 4669247"/>
                <a:gd name="csX6" fmla="*/ 1697598 w 7481962"/>
                <a:gd name="csY6" fmla="*/ 4669247 h 4669247"/>
                <a:gd name="csX7" fmla="*/ 0 w 7481962"/>
                <a:gd name="csY7" fmla="*/ 2971649 h 4669247"/>
                <a:gd name="csX8" fmla="*/ 0 w 7481962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7746351 w 7746351"/>
                <a:gd name="csY4" fmla="*/ 29716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2082500 h 5054149"/>
                <a:gd name="csX1" fmla="*/ 481530 w 7746351"/>
                <a:gd name="csY1" fmla="*/ 1067073 h 5054149"/>
                <a:gd name="csX2" fmla="*/ 6048753 w 7746351"/>
                <a:gd name="csY2" fmla="*/ 384902 h 5054149"/>
                <a:gd name="csX3" fmla="*/ 7746351 w 7746351"/>
                <a:gd name="csY3" fmla="*/ 2082500 h 5054149"/>
                <a:gd name="csX4" fmla="*/ 7746351 w 7746351"/>
                <a:gd name="csY4" fmla="*/ 3356551 h 5054149"/>
                <a:gd name="csX5" fmla="*/ 6048753 w 7746351"/>
                <a:gd name="csY5" fmla="*/ 5054149 h 5054149"/>
                <a:gd name="csX6" fmla="*/ 1961987 w 7746351"/>
                <a:gd name="csY6" fmla="*/ 5054149 h 5054149"/>
                <a:gd name="csX7" fmla="*/ 264389 w 7746351"/>
                <a:gd name="csY7" fmla="*/ 3356551 h 5054149"/>
                <a:gd name="csX8" fmla="*/ 264389 w 7746351"/>
                <a:gd name="csY8" fmla="*/ 2082500 h 5054149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7746351 w 7746351"/>
                <a:gd name="csY4" fmla="*/ 29716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6048753 w 7746351"/>
                <a:gd name="csY5" fmla="*/ 4669247 h 4669247"/>
                <a:gd name="csX6" fmla="*/ 1961987 w 7746351"/>
                <a:gd name="csY6" fmla="*/ 4669247 h 4669247"/>
                <a:gd name="csX7" fmla="*/ 264389 w 7746351"/>
                <a:gd name="csY7" fmla="*/ 2971649 h 4669247"/>
                <a:gd name="csX8" fmla="*/ 264389 w 7746351"/>
                <a:gd name="csY8" fmla="*/ 1697598 h 4669247"/>
                <a:gd name="csX0" fmla="*/ 264389 w 7746351"/>
                <a:gd name="csY0" fmla="*/ 1697598 h 4669670"/>
                <a:gd name="csX1" fmla="*/ 481530 w 7746351"/>
                <a:gd name="csY1" fmla="*/ 682171 h 4669670"/>
                <a:gd name="csX2" fmla="*/ 6048753 w 7746351"/>
                <a:gd name="csY2" fmla="*/ 0 h 4669670"/>
                <a:gd name="csX3" fmla="*/ 7746351 w 7746351"/>
                <a:gd name="csY3" fmla="*/ 1697598 h 4669670"/>
                <a:gd name="csX4" fmla="*/ 6367494 w 7746351"/>
                <a:gd name="csY4" fmla="*/ 3174849 h 4669670"/>
                <a:gd name="csX5" fmla="*/ 6048753 w 7746351"/>
                <a:gd name="csY5" fmla="*/ 4669247 h 4669670"/>
                <a:gd name="csX6" fmla="*/ 1961987 w 7746351"/>
                <a:gd name="csY6" fmla="*/ 4669247 h 4669670"/>
                <a:gd name="csX7" fmla="*/ 264389 w 7746351"/>
                <a:gd name="csY7" fmla="*/ 2971649 h 4669670"/>
                <a:gd name="csX8" fmla="*/ 264389 w 7746351"/>
                <a:gd name="csY8" fmla="*/ 1697598 h 4669670"/>
                <a:gd name="csX0" fmla="*/ 264389 w 7746351"/>
                <a:gd name="csY0" fmla="*/ 1697598 h 4669670"/>
                <a:gd name="csX1" fmla="*/ 481530 w 7746351"/>
                <a:gd name="csY1" fmla="*/ 682171 h 4669670"/>
                <a:gd name="csX2" fmla="*/ 6048753 w 7746351"/>
                <a:gd name="csY2" fmla="*/ 0 h 4669670"/>
                <a:gd name="csX3" fmla="*/ 7746351 w 7746351"/>
                <a:gd name="csY3" fmla="*/ 1697598 h 4669670"/>
                <a:gd name="csX4" fmla="*/ 6367494 w 7746351"/>
                <a:gd name="csY4" fmla="*/ 3174849 h 4669670"/>
                <a:gd name="csX5" fmla="*/ 6048753 w 7746351"/>
                <a:gd name="csY5" fmla="*/ 4669247 h 4669670"/>
                <a:gd name="csX6" fmla="*/ 1961987 w 7746351"/>
                <a:gd name="csY6" fmla="*/ 4669247 h 4669670"/>
                <a:gd name="csX7" fmla="*/ 990103 w 7746351"/>
                <a:gd name="csY7" fmla="*/ 2957135 h 4669670"/>
                <a:gd name="csX8" fmla="*/ 264389 w 7746351"/>
                <a:gd name="csY8" fmla="*/ 1697598 h 4669670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367494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669247"/>
                <a:gd name="csX1" fmla="*/ 481530 w 7746351"/>
                <a:gd name="csY1" fmla="*/ 682171 h 4669247"/>
                <a:gd name="csX2" fmla="*/ 6048753 w 7746351"/>
                <a:gd name="csY2" fmla="*/ 0 h 4669247"/>
                <a:gd name="csX3" fmla="*/ 7746351 w 7746351"/>
                <a:gd name="csY3" fmla="*/ 1697598 h 4669247"/>
                <a:gd name="csX4" fmla="*/ 6890008 w 7746351"/>
                <a:gd name="csY4" fmla="*/ 3174849 h 4669247"/>
                <a:gd name="csX5" fmla="*/ 4858582 w 7746351"/>
                <a:gd name="csY5" fmla="*/ 4088676 h 4669247"/>
                <a:gd name="csX6" fmla="*/ 1961987 w 7746351"/>
                <a:gd name="csY6" fmla="*/ 4669247 h 4669247"/>
                <a:gd name="csX7" fmla="*/ 990103 w 7746351"/>
                <a:gd name="csY7" fmla="*/ 2957135 h 4669247"/>
                <a:gd name="csX8" fmla="*/ 264389 w 7746351"/>
                <a:gd name="csY8" fmla="*/ 1697598 h 4669247"/>
                <a:gd name="csX0" fmla="*/ 264389 w 7746351"/>
                <a:gd name="csY0" fmla="*/ 1697598 h 4764844"/>
                <a:gd name="csX1" fmla="*/ 481530 w 7746351"/>
                <a:gd name="csY1" fmla="*/ 682171 h 4764844"/>
                <a:gd name="csX2" fmla="*/ 6048753 w 7746351"/>
                <a:gd name="csY2" fmla="*/ 0 h 4764844"/>
                <a:gd name="csX3" fmla="*/ 7746351 w 7746351"/>
                <a:gd name="csY3" fmla="*/ 1697598 h 4764844"/>
                <a:gd name="csX4" fmla="*/ 6890008 w 7746351"/>
                <a:gd name="csY4" fmla="*/ 3174849 h 4764844"/>
                <a:gd name="csX5" fmla="*/ 4844067 w 7746351"/>
                <a:gd name="csY5" fmla="*/ 4277362 h 4764844"/>
                <a:gd name="csX6" fmla="*/ 1961987 w 7746351"/>
                <a:gd name="csY6" fmla="*/ 4669247 h 4764844"/>
                <a:gd name="csX7" fmla="*/ 990103 w 7746351"/>
                <a:gd name="csY7" fmla="*/ 2957135 h 4764844"/>
                <a:gd name="csX8" fmla="*/ 264389 w 7746351"/>
                <a:gd name="csY8" fmla="*/ 1697598 h 4764844"/>
                <a:gd name="csX0" fmla="*/ 264389 w 7746351"/>
                <a:gd name="csY0" fmla="*/ 1697598 h 4764844"/>
                <a:gd name="csX1" fmla="*/ 481530 w 7746351"/>
                <a:gd name="csY1" fmla="*/ 682171 h 4764844"/>
                <a:gd name="csX2" fmla="*/ 6048753 w 7746351"/>
                <a:gd name="csY2" fmla="*/ 0 h 4764844"/>
                <a:gd name="csX3" fmla="*/ 7746351 w 7746351"/>
                <a:gd name="csY3" fmla="*/ 1697598 h 4764844"/>
                <a:gd name="csX4" fmla="*/ 6890008 w 7746351"/>
                <a:gd name="csY4" fmla="*/ 3174849 h 4764844"/>
                <a:gd name="csX5" fmla="*/ 4844067 w 7746351"/>
                <a:gd name="csY5" fmla="*/ 4277362 h 4764844"/>
                <a:gd name="csX6" fmla="*/ 1961987 w 7746351"/>
                <a:gd name="csY6" fmla="*/ 4669247 h 4764844"/>
                <a:gd name="csX7" fmla="*/ 990103 w 7746351"/>
                <a:gd name="csY7" fmla="*/ 2957135 h 4764844"/>
                <a:gd name="csX8" fmla="*/ 264389 w 7746351"/>
                <a:gd name="csY8" fmla="*/ 1697598 h 4764844"/>
                <a:gd name="csX0" fmla="*/ 264389 w 7746351"/>
                <a:gd name="csY0" fmla="*/ 1882166 h 4949412"/>
                <a:gd name="csX1" fmla="*/ 481530 w 7746351"/>
                <a:gd name="csY1" fmla="*/ 866739 h 4949412"/>
                <a:gd name="csX2" fmla="*/ 6048753 w 7746351"/>
                <a:gd name="csY2" fmla="*/ 184568 h 4949412"/>
                <a:gd name="csX3" fmla="*/ 7746351 w 7746351"/>
                <a:gd name="csY3" fmla="*/ 1882166 h 4949412"/>
                <a:gd name="csX4" fmla="*/ 6890008 w 7746351"/>
                <a:gd name="csY4" fmla="*/ 3359417 h 4949412"/>
                <a:gd name="csX5" fmla="*/ 4844067 w 7746351"/>
                <a:gd name="csY5" fmla="*/ 4461930 h 4949412"/>
                <a:gd name="csX6" fmla="*/ 1961987 w 7746351"/>
                <a:gd name="csY6" fmla="*/ 4853815 h 4949412"/>
                <a:gd name="csX7" fmla="*/ 990103 w 7746351"/>
                <a:gd name="csY7" fmla="*/ 3141703 h 4949412"/>
                <a:gd name="csX8" fmla="*/ 264389 w 7746351"/>
                <a:gd name="csY8" fmla="*/ 1882166 h 4949412"/>
                <a:gd name="csX0" fmla="*/ 264389 w 7746351"/>
                <a:gd name="csY0" fmla="*/ 1882166 h 4949412"/>
                <a:gd name="csX1" fmla="*/ 481530 w 7746351"/>
                <a:gd name="csY1" fmla="*/ 866739 h 4949412"/>
                <a:gd name="csX2" fmla="*/ 6048753 w 7746351"/>
                <a:gd name="csY2" fmla="*/ 184568 h 4949412"/>
                <a:gd name="csX3" fmla="*/ 7746351 w 7746351"/>
                <a:gd name="csY3" fmla="*/ 1882166 h 4949412"/>
                <a:gd name="csX4" fmla="*/ 6890008 w 7746351"/>
                <a:gd name="csY4" fmla="*/ 3359417 h 4949412"/>
                <a:gd name="csX5" fmla="*/ 4844067 w 7746351"/>
                <a:gd name="csY5" fmla="*/ 4461930 h 4949412"/>
                <a:gd name="csX6" fmla="*/ 1961987 w 7746351"/>
                <a:gd name="csY6" fmla="*/ 4853815 h 4949412"/>
                <a:gd name="csX7" fmla="*/ 990103 w 7746351"/>
                <a:gd name="csY7" fmla="*/ 3141703 h 4949412"/>
                <a:gd name="csX8" fmla="*/ 264389 w 7746351"/>
                <a:gd name="csY8" fmla="*/ 1882166 h 4949412"/>
                <a:gd name="csX0" fmla="*/ 264389 w 7746351"/>
                <a:gd name="csY0" fmla="*/ 1989208 h 5056454"/>
                <a:gd name="csX1" fmla="*/ 481530 w 7746351"/>
                <a:gd name="csY1" fmla="*/ 973781 h 5056454"/>
                <a:gd name="csX2" fmla="*/ 6048753 w 7746351"/>
                <a:gd name="csY2" fmla="*/ 291610 h 5056454"/>
                <a:gd name="csX3" fmla="*/ 7746351 w 7746351"/>
                <a:gd name="csY3" fmla="*/ 1989208 h 5056454"/>
                <a:gd name="csX4" fmla="*/ 6890008 w 7746351"/>
                <a:gd name="csY4" fmla="*/ 3466459 h 5056454"/>
                <a:gd name="csX5" fmla="*/ 4844067 w 7746351"/>
                <a:gd name="csY5" fmla="*/ 4568972 h 5056454"/>
                <a:gd name="csX6" fmla="*/ 1961987 w 7746351"/>
                <a:gd name="csY6" fmla="*/ 4960857 h 5056454"/>
                <a:gd name="csX7" fmla="*/ 990103 w 7746351"/>
                <a:gd name="csY7" fmla="*/ 3248745 h 5056454"/>
                <a:gd name="csX8" fmla="*/ 264389 w 7746351"/>
                <a:gd name="csY8" fmla="*/ 1989208 h 5056454"/>
                <a:gd name="csX0" fmla="*/ 55780 w 7537742"/>
                <a:gd name="csY0" fmla="*/ 1969086 h 5036332"/>
                <a:gd name="csX1" fmla="*/ 664807 w 7537742"/>
                <a:gd name="csY1" fmla="*/ 1055259 h 5036332"/>
                <a:gd name="csX2" fmla="*/ 5840144 w 7537742"/>
                <a:gd name="csY2" fmla="*/ 271488 h 5036332"/>
                <a:gd name="csX3" fmla="*/ 7537742 w 7537742"/>
                <a:gd name="csY3" fmla="*/ 1969086 h 5036332"/>
                <a:gd name="csX4" fmla="*/ 6681399 w 7537742"/>
                <a:gd name="csY4" fmla="*/ 3446337 h 5036332"/>
                <a:gd name="csX5" fmla="*/ 4635458 w 7537742"/>
                <a:gd name="csY5" fmla="*/ 4548850 h 5036332"/>
                <a:gd name="csX6" fmla="*/ 1753378 w 7537742"/>
                <a:gd name="csY6" fmla="*/ 4940735 h 5036332"/>
                <a:gd name="csX7" fmla="*/ 781494 w 7537742"/>
                <a:gd name="csY7" fmla="*/ 3228623 h 5036332"/>
                <a:gd name="csX8" fmla="*/ 55780 w 7537742"/>
                <a:gd name="csY8" fmla="*/ 1969086 h 5036332"/>
                <a:gd name="csX0" fmla="*/ 47286 w 7529248"/>
                <a:gd name="csY0" fmla="*/ 1969086 h 5036332"/>
                <a:gd name="csX1" fmla="*/ 656313 w 7529248"/>
                <a:gd name="csY1" fmla="*/ 1055259 h 5036332"/>
                <a:gd name="csX2" fmla="*/ 5831650 w 7529248"/>
                <a:gd name="csY2" fmla="*/ 271488 h 5036332"/>
                <a:gd name="csX3" fmla="*/ 7529248 w 7529248"/>
                <a:gd name="csY3" fmla="*/ 1969086 h 5036332"/>
                <a:gd name="csX4" fmla="*/ 6672905 w 7529248"/>
                <a:gd name="csY4" fmla="*/ 3446337 h 5036332"/>
                <a:gd name="csX5" fmla="*/ 4626964 w 7529248"/>
                <a:gd name="csY5" fmla="*/ 4548850 h 5036332"/>
                <a:gd name="csX6" fmla="*/ 1744884 w 7529248"/>
                <a:gd name="csY6" fmla="*/ 4940735 h 5036332"/>
                <a:gd name="csX7" fmla="*/ 773000 w 7529248"/>
                <a:gd name="csY7" fmla="*/ 3228623 h 5036332"/>
                <a:gd name="csX8" fmla="*/ 47286 w 7529248"/>
                <a:gd name="csY8" fmla="*/ 1969086 h 5036332"/>
                <a:gd name="csX0" fmla="*/ 47286 w 7529248"/>
                <a:gd name="csY0" fmla="*/ 1862990 h 4930236"/>
                <a:gd name="csX1" fmla="*/ 656313 w 7529248"/>
                <a:gd name="csY1" fmla="*/ 949163 h 4930236"/>
                <a:gd name="csX2" fmla="*/ 5831650 w 7529248"/>
                <a:gd name="csY2" fmla="*/ 165392 h 4930236"/>
                <a:gd name="csX3" fmla="*/ 7529248 w 7529248"/>
                <a:gd name="csY3" fmla="*/ 1862990 h 4930236"/>
                <a:gd name="csX4" fmla="*/ 6672905 w 7529248"/>
                <a:gd name="csY4" fmla="*/ 3340241 h 4930236"/>
                <a:gd name="csX5" fmla="*/ 4626964 w 7529248"/>
                <a:gd name="csY5" fmla="*/ 4442754 h 4930236"/>
                <a:gd name="csX6" fmla="*/ 1744884 w 7529248"/>
                <a:gd name="csY6" fmla="*/ 4834639 h 4930236"/>
                <a:gd name="csX7" fmla="*/ 773000 w 7529248"/>
                <a:gd name="csY7" fmla="*/ 3122527 h 4930236"/>
                <a:gd name="csX8" fmla="*/ 47286 w 7529248"/>
                <a:gd name="csY8" fmla="*/ 1862990 h 4930236"/>
                <a:gd name="csX0" fmla="*/ 47286 w 7529248"/>
                <a:gd name="csY0" fmla="*/ 1862990 h 4930236"/>
                <a:gd name="csX1" fmla="*/ 656313 w 7529248"/>
                <a:gd name="csY1" fmla="*/ 949163 h 4930236"/>
                <a:gd name="csX2" fmla="*/ 5831650 w 7529248"/>
                <a:gd name="csY2" fmla="*/ 165392 h 4930236"/>
                <a:gd name="csX3" fmla="*/ 7529248 w 7529248"/>
                <a:gd name="csY3" fmla="*/ 1862990 h 4930236"/>
                <a:gd name="csX4" fmla="*/ 6672905 w 7529248"/>
                <a:gd name="csY4" fmla="*/ 3340241 h 4930236"/>
                <a:gd name="csX5" fmla="*/ 4626964 w 7529248"/>
                <a:gd name="csY5" fmla="*/ 4442754 h 4930236"/>
                <a:gd name="csX6" fmla="*/ 1744884 w 7529248"/>
                <a:gd name="csY6" fmla="*/ 4834639 h 4930236"/>
                <a:gd name="csX7" fmla="*/ 773000 w 7529248"/>
                <a:gd name="csY7" fmla="*/ 3122527 h 4930236"/>
                <a:gd name="csX8" fmla="*/ 47286 w 7529248"/>
                <a:gd name="csY8" fmla="*/ 1862990 h 4930236"/>
                <a:gd name="csX0" fmla="*/ 0 w 7481962"/>
                <a:gd name="csY0" fmla="*/ 1862990 h 4930236"/>
                <a:gd name="csX1" fmla="*/ 609027 w 7481962"/>
                <a:gd name="csY1" fmla="*/ 949163 h 4930236"/>
                <a:gd name="csX2" fmla="*/ 5784364 w 7481962"/>
                <a:gd name="csY2" fmla="*/ 165392 h 4930236"/>
                <a:gd name="csX3" fmla="*/ 7481962 w 7481962"/>
                <a:gd name="csY3" fmla="*/ 1862990 h 4930236"/>
                <a:gd name="csX4" fmla="*/ 6625619 w 7481962"/>
                <a:gd name="csY4" fmla="*/ 3340241 h 4930236"/>
                <a:gd name="csX5" fmla="*/ 4579678 w 7481962"/>
                <a:gd name="csY5" fmla="*/ 4442754 h 4930236"/>
                <a:gd name="csX6" fmla="*/ 1697598 w 7481962"/>
                <a:gd name="csY6" fmla="*/ 4834639 h 4930236"/>
                <a:gd name="csX7" fmla="*/ 725714 w 7481962"/>
                <a:gd name="csY7" fmla="*/ 3122527 h 4930236"/>
                <a:gd name="csX8" fmla="*/ 0 w 7481962"/>
                <a:gd name="csY8" fmla="*/ 1862990 h 4930236"/>
                <a:gd name="csX0" fmla="*/ 0 w 7481962"/>
                <a:gd name="csY0" fmla="*/ 1780054 h 4847300"/>
                <a:gd name="csX1" fmla="*/ 609027 w 7481962"/>
                <a:gd name="csY1" fmla="*/ 866227 h 4847300"/>
                <a:gd name="csX2" fmla="*/ 5784364 w 7481962"/>
                <a:gd name="csY2" fmla="*/ 82456 h 4847300"/>
                <a:gd name="csX3" fmla="*/ 7481962 w 7481962"/>
                <a:gd name="csY3" fmla="*/ 1780054 h 4847300"/>
                <a:gd name="csX4" fmla="*/ 6625619 w 7481962"/>
                <a:gd name="csY4" fmla="*/ 3257305 h 4847300"/>
                <a:gd name="csX5" fmla="*/ 4579678 w 7481962"/>
                <a:gd name="csY5" fmla="*/ 4359818 h 4847300"/>
                <a:gd name="csX6" fmla="*/ 1697598 w 7481962"/>
                <a:gd name="csY6" fmla="*/ 4751703 h 4847300"/>
                <a:gd name="csX7" fmla="*/ 725714 w 7481962"/>
                <a:gd name="csY7" fmla="*/ 3039591 h 4847300"/>
                <a:gd name="csX8" fmla="*/ 0 w 7481962"/>
                <a:gd name="csY8" fmla="*/ 1780054 h 4847300"/>
                <a:gd name="csX0" fmla="*/ 0 w 7481962"/>
                <a:gd name="csY0" fmla="*/ 1802841 h 4870087"/>
                <a:gd name="csX1" fmla="*/ 609027 w 7481962"/>
                <a:gd name="csY1" fmla="*/ 889014 h 4870087"/>
                <a:gd name="csX2" fmla="*/ 5784364 w 7481962"/>
                <a:gd name="csY2" fmla="*/ 105243 h 4870087"/>
                <a:gd name="csX3" fmla="*/ 7481962 w 7481962"/>
                <a:gd name="csY3" fmla="*/ 1802841 h 4870087"/>
                <a:gd name="csX4" fmla="*/ 6625619 w 7481962"/>
                <a:gd name="csY4" fmla="*/ 3280092 h 4870087"/>
                <a:gd name="csX5" fmla="*/ 4579678 w 7481962"/>
                <a:gd name="csY5" fmla="*/ 4382605 h 4870087"/>
                <a:gd name="csX6" fmla="*/ 1697598 w 7481962"/>
                <a:gd name="csY6" fmla="*/ 4774490 h 4870087"/>
                <a:gd name="csX7" fmla="*/ 725714 w 7481962"/>
                <a:gd name="csY7" fmla="*/ 3062378 h 4870087"/>
                <a:gd name="csX8" fmla="*/ 0 w 7481962"/>
                <a:gd name="csY8" fmla="*/ 1802841 h 4870087"/>
                <a:gd name="csX0" fmla="*/ 0 w 7481962"/>
                <a:gd name="csY0" fmla="*/ 1802841 h 4870087"/>
                <a:gd name="csX1" fmla="*/ 609027 w 7481962"/>
                <a:gd name="csY1" fmla="*/ 889014 h 4870087"/>
                <a:gd name="csX2" fmla="*/ 5784364 w 7481962"/>
                <a:gd name="csY2" fmla="*/ 105243 h 4870087"/>
                <a:gd name="csX3" fmla="*/ 7481962 w 7481962"/>
                <a:gd name="csY3" fmla="*/ 1802841 h 4870087"/>
                <a:gd name="csX4" fmla="*/ 6625619 w 7481962"/>
                <a:gd name="csY4" fmla="*/ 3280092 h 4870087"/>
                <a:gd name="csX5" fmla="*/ 4579678 w 7481962"/>
                <a:gd name="csY5" fmla="*/ 4382605 h 4870087"/>
                <a:gd name="csX6" fmla="*/ 1697598 w 7481962"/>
                <a:gd name="csY6" fmla="*/ 4774490 h 4870087"/>
                <a:gd name="csX7" fmla="*/ 1045028 w 7481962"/>
                <a:gd name="csY7" fmla="*/ 3062378 h 4870087"/>
                <a:gd name="csX8" fmla="*/ 0 w 7481962"/>
                <a:gd name="csY8" fmla="*/ 1802841 h 4870087"/>
                <a:gd name="csX0" fmla="*/ 0 w 7481962"/>
                <a:gd name="csY0" fmla="*/ 1775334 h 4842580"/>
                <a:gd name="csX1" fmla="*/ 609027 w 7481962"/>
                <a:gd name="csY1" fmla="*/ 861507 h 4842580"/>
                <a:gd name="csX2" fmla="*/ 5784364 w 7481962"/>
                <a:gd name="csY2" fmla="*/ 77736 h 4842580"/>
                <a:gd name="csX3" fmla="*/ 7481962 w 7481962"/>
                <a:gd name="csY3" fmla="*/ 1775334 h 4842580"/>
                <a:gd name="csX4" fmla="*/ 6625619 w 7481962"/>
                <a:gd name="csY4" fmla="*/ 3252585 h 4842580"/>
                <a:gd name="csX5" fmla="*/ 4579678 w 7481962"/>
                <a:gd name="csY5" fmla="*/ 4355098 h 4842580"/>
                <a:gd name="csX6" fmla="*/ 1697598 w 7481962"/>
                <a:gd name="csY6" fmla="*/ 4746983 h 4842580"/>
                <a:gd name="csX7" fmla="*/ 1045028 w 7481962"/>
                <a:gd name="csY7" fmla="*/ 3034871 h 4842580"/>
                <a:gd name="csX8" fmla="*/ 0 w 7481962"/>
                <a:gd name="csY8" fmla="*/ 1775334 h 4842580"/>
                <a:gd name="csX0" fmla="*/ 0 w 7481962"/>
                <a:gd name="csY0" fmla="*/ 1775334 h 4842580"/>
                <a:gd name="csX1" fmla="*/ 609027 w 7481962"/>
                <a:gd name="csY1" fmla="*/ 861507 h 4842580"/>
                <a:gd name="csX2" fmla="*/ 5784364 w 7481962"/>
                <a:gd name="csY2" fmla="*/ 77736 h 4842580"/>
                <a:gd name="csX3" fmla="*/ 7481962 w 7481962"/>
                <a:gd name="csY3" fmla="*/ 1775334 h 4842580"/>
                <a:gd name="csX4" fmla="*/ 6625619 w 7481962"/>
                <a:gd name="csY4" fmla="*/ 3252585 h 4842580"/>
                <a:gd name="csX5" fmla="*/ 4579678 w 7481962"/>
                <a:gd name="csY5" fmla="*/ 4355098 h 4842580"/>
                <a:gd name="csX6" fmla="*/ 1697598 w 7481962"/>
                <a:gd name="csY6" fmla="*/ 4746983 h 4842580"/>
                <a:gd name="csX7" fmla="*/ 1045028 w 7481962"/>
                <a:gd name="csY7" fmla="*/ 3034871 h 4842580"/>
                <a:gd name="csX8" fmla="*/ 0 w 7481962"/>
                <a:gd name="csY8" fmla="*/ 1775334 h 4842580"/>
                <a:gd name="csX0" fmla="*/ 0 w 7481962"/>
                <a:gd name="csY0" fmla="*/ 1855275 h 4922521"/>
                <a:gd name="csX1" fmla="*/ 855770 w 7481962"/>
                <a:gd name="csY1" fmla="*/ 578591 h 4922521"/>
                <a:gd name="csX2" fmla="*/ 5784364 w 7481962"/>
                <a:gd name="csY2" fmla="*/ 157677 h 4922521"/>
                <a:gd name="csX3" fmla="*/ 7481962 w 7481962"/>
                <a:gd name="csY3" fmla="*/ 1855275 h 4922521"/>
                <a:gd name="csX4" fmla="*/ 6625619 w 7481962"/>
                <a:gd name="csY4" fmla="*/ 3332526 h 4922521"/>
                <a:gd name="csX5" fmla="*/ 4579678 w 7481962"/>
                <a:gd name="csY5" fmla="*/ 4435039 h 4922521"/>
                <a:gd name="csX6" fmla="*/ 1697598 w 7481962"/>
                <a:gd name="csY6" fmla="*/ 4826924 h 4922521"/>
                <a:gd name="csX7" fmla="*/ 1045028 w 7481962"/>
                <a:gd name="csY7" fmla="*/ 3114812 h 4922521"/>
                <a:gd name="csX8" fmla="*/ 0 w 7481962"/>
                <a:gd name="csY8" fmla="*/ 1855275 h 4922521"/>
                <a:gd name="csX0" fmla="*/ 0 w 7481962"/>
                <a:gd name="csY0" fmla="*/ 1855275 h 4922521"/>
                <a:gd name="csX1" fmla="*/ 855770 w 7481962"/>
                <a:gd name="csY1" fmla="*/ 578591 h 4922521"/>
                <a:gd name="csX2" fmla="*/ 5784364 w 7481962"/>
                <a:gd name="csY2" fmla="*/ 157677 h 4922521"/>
                <a:gd name="csX3" fmla="*/ 7481962 w 7481962"/>
                <a:gd name="csY3" fmla="*/ 1855275 h 4922521"/>
                <a:gd name="csX4" fmla="*/ 6625619 w 7481962"/>
                <a:gd name="csY4" fmla="*/ 3332526 h 4922521"/>
                <a:gd name="csX5" fmla="*/ 4579678 w 7481962"/>
                <a:gd name="csY5" fmla="*/ 4435039 h 4922521"/>
                <a:gd name="csX6" fmla="*/ 1697598 w 7481962"/>
                <a:gd name="csY6" fmla="*/ 4826924 h 4922521"/>
                <a:gd name="csX7" fmla="*/ 1045028 w 7481962"/>
                <a:gd name="csY7" fmla="*/ 3114812 h 4922521"/>
                <a:gd name="csX8" fmla="*/ 0 w 7481962"/>
                <a:gd name="csY8" fmla="*/ 1855275 h 4922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481962" h="4922521">
                  <a:moveTo>
                    <a:pt x="0" y="1855275"/>
                  </a:moveTo>
                  <a:cubicBezTo>
                    <a:pt x="0" y="917718"/>
                    <a:pt x="1239012" y="-945409"/>
                    <a:pt x="855770" y="578591"/>
                  </a:cubicBezTo>
                  <a:cubicBezTo>
                    <a:pt x="1666482" y="1057563"/>
                    <a:pt x="5394566" y="-292266"/>
                    <a:pt x="5784364" y="157677"/>
                  </a:cubicBezTo>
                  <a:cubicBezTo>
                    <a:pt x="5096321" y="781791"/>
                    <a:pt x="7481962" y="917718"/>
                    <a:pt x="7481962" y="1855275"/>
                  </a:cubicBezTo>
                  <a:lnTo>
                    <a:pt x="6625619" y="3332526"/>
                  </a:lnTo>
                  <a:cubicBezTo>
                    <a:pt x="8367334" y="4894197"/>
                    <a:pt x="5822035" y="5392981"/>
                    <a:pt x="4579678" y="4435039"/>
                  </a:cubicBezTo>
                  <a:cubicBezTo>
                    <a:pt x="3386756" y="5262353"/>
                    <a:pt x="2658291" y="4696296"/>
                    <a:pt x="1697598" y="4826924"/>
                  </a:cubicBezTo>
                  <a:cubicBezTo>
                    <a:pt x="760041" y="4826924"/>
                    <a:pt x="1045028" y="4052369"/>
                    <a:pt x="1045028" y="3114812"/>
                  </a:cubicBezTo>
                  <a:lnTo>
                    <a:pt x="0" y="18552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23000"/>
                    <a:lumMod val="95000"/>
                  </a:schemeClr>
                </a:gs>
                <a:gs pos="90000">
                  <a:schemeClr val="accent4">
                    <a:lumMod val="60000"/>
                    <a:lumOff val="40000"/>
                  </a:schemeClr>
                </a:gs>
                <a:gs pos="84000">
                  <a:srgbClr val="8E75AC">
                    <a:alpha val="79000"/>
                  </a:srgbClr>
                </a:gs>
                <a:gs pos="40764">
                  <a:srgbClr val="674D7D"/>
                </a:gs>
                <a:gs pos="50000">
                  <a:schemeClr val="accent4">
                    <a:lumMod val="79000"/>
                  </a:schemeClr>
                </a:gs>
                <a:gs pos="68000">
                  <a:srgbClr val="85669D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softEdge rad="63500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57B359-A839-1DCF-A832-9B0A2B8E277F}"/>
                </a:ext>
              </a:extLst>
            </p:cNvPr>
            <p:cNvSpPr txBox="1"/>
            <p:nvPr/>
          </p:nvSpPr>
          <p:spPr>
            <a:xfrm>
              <a:off x="2841246" y="1219010"/>
              <a:ext cx="6838401" cy="304698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ru-RU" altLang="ko-KR" sz="4800" dirty="0">
                  <a:ln w="0"/>
                  <a:solidFill>
                    <a:schemeClr val="bg1">
                      <a:lumMod val="8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Bahnschrift SemiBold" panose="020B0502040204020203" pitchFamily="34" charset="0"/>
                  <a:cs typeface="Arial" panose="020B0604020202020204" pitchFamily="34" charset="0"/>
                </a:rPr>
                <a:t>Сервис автоматической генерации презентаций</a:t>
              </a:r>
            </a:p>
          </p:txBody>
        </p:sp>
      </p:grpSp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869E02-188B-4B71-BC40-3077DED7E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01B41-D808-4D3A-AAB8-BB7809081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10348D9-EE75-4522-BD88-FE8037EE8E77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4462F91-8C61-4DB1-8B36-D200D3FDF08A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FD3A08-B759-420B-ACA9-27C0E643573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7CEAF59-64EF-4807-86AA-1731E5F2A400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82E4CF5-CD37-4028-970C-312C2371D95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EC434CB-2CDD-4804-A121-6C2CAA4304FE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2DD76C9-C0F9-4E17-A68D-099504A8053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01D7BF7-6FC5-4462-874C-8FDE70C2C8D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B10C6DB-28ED-4773-8B47-CA4D5D24024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2CADAA6-CB73-4615-98D7-1DA65E9F2A4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BD40598-81A5-4AA8-85E8-9EAFCC3953E3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86C4CEB0-6419-4729-B29C-273E7CD3A137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  <a:p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Создать прототип сервиса, который на основе текстового </a:t>
            </a:r>
            <a:r>
              <a:rPr lang="ru-RU" altLang="ko-KR" sz="3200" b="1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промпта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загруженного документа и пользовательских настроек, генерирует готовую презентацию в формате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Clr>
                <a:srgbClr val="7030A0"/>
              </a:buClr>
            </a:pPr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019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869E02-188B-4B71-BC40-3077DED7E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01B41-D808-4D3A-AAB8-BB7809081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10348D9-EE75-4522-BD88-FE8037EE8E77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4462F91-8C61-4DB1-8B36-D200D3FDF08A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FD3A08-B759-420B-ACA9-27C0E643573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7CEAF59-64EF-4807-86AA-1731E5F2A400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82E4CF5-CD37-4028-970C-312C2371D95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EC434CB-2CDD-4804-A121-6C2CAA4304FE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2DD76C9-C0F9-4E17-A68D-099504A8053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01D7BF7-6FC5-4462-874C-8FDE70C2C8D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B10C6DB-28ED-4773-8B47-CA4D5D24024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2CADAA6-CB73-4615-98D7-1DA65E9F2A4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BD40598-81A5-4AA8-85E8-9EAFCC3953E3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8D57B2D1-F891-40CD-80D9-BB17F1873C9D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rgbClr val="7030A0"/>
              </a:buClr>
            </a:pPr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Проблемы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Презентации занимают много ручного времени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Нужно собрать структуру, текст и визуальный стиль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Особенно сложно быстро подготовить черновик по документу </a:t>
            </a:r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1941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BC73B19-B2F9-43DC-9416-3122B5637461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2C06D8E-E0C2-4DFF-ADB4-BE1CC370578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9EB39DF5-1599-4FE6-A73E-8C75F92F06E7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9A869E02-188B-4B71-BC40-3077DED7E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01B41-D808-4D3A-AAB8-BB78090810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10348D9-EE75-4522-BD88-FE8037EE8E77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4462F91-8C61-4DB1-8B36-D200D3FDF08A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7BFD3A08-B759-420B-ACA9-27C0E643573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7CEAF59-64EF-4807-86AA-1731E5F2A400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382E4CF5-CD37-4028-970C-312C2371D95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EC434CB-2CDD-4804-A121-6C2CAA4304FE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2DD76C9-C0F9-4E17-A68D-099504A8053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01D7BF7-6FC5-4462-874C-8FDE70C2C8D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B10C6DB-28ED-4773-8B47-CA4D5D240245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2CADAA6-CB73-4615-98D7-1DA65E9F2A4D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BD40598-81A5-4AA8-85E8-9EAFCC3953E3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8DB1583-DBF7-41E9-A40F-5A47F585BF63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Решение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Пользователь вводит тему, загружает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PDF/DOCX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или использует голосовой ввод</a:t>
            </a:r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Сервис формирует структуру презентации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выходе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прототип, редактор и готовый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569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317F-AFD6-FCA8-B311-100664DA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5E8BB075-94D7-BA35-A1DC-DCFDFDA28305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1D63FA3-3535-7856-9EB3-2CD23D28E8C4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17441975-5980-DFC7-6DCF-873E41112B75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D58A13C-398C-7C10-F350-672890BEDD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C5C3A7-29BF-6FED-9B8F-CDC81C3869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F890DC8-84CD-BA90-EAE1-60150545BD64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5ED9C700-9616-D0D0-1783-6B167B94E7D2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473B7932-075E-A299-2164-DC11DC6831DB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2C80A9CF-F017-53CB-5DD6-57046E82653B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0EAD952F-BB5C-410F-3D3D-D35EF0CF9D12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690EB685-C369-0266-007F-B93FB4EC8738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AE3DD429-547E-8A3D-873F-BA5F1C7213A6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7BB4851A-82BD-4519-E991-0CC5B0145183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F516DEA-1E80-BBD6-F379-282766421043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B090E34-F946-EECE-A303-81196ADEE99B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DA9D6673-E748-5747-44B6-8BF61F40CC57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EFD57B0-95A7-B6C8-2067-172C6B6D3BD9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содержания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 LLM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формирует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JSON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-структуру слайдов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Могут использоваться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разные макеты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заголовок, содержимое, две колонки, статистика, цитата, заключение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Есть локальный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fallback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без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-ключа</a:t>
            </a:r>
          </a:p>
        </p:txBody>
      </p:sp>
    </p:spTree>
    <p:extLst>
      <p:ext uri="{BB962C8B-B14F-4D97-AF65-F5344CB8AC3E}">
        <p14:creationId xmlns:p14="http://schemas.microsoft.com/office/powerpoint/2010/main" val="3916336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DB52-2EB6-D61D-5FB3-A5F5199D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462E2915-F464-3C03-3C87-9D1AA4E41B38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D169B77-EF57-1633-6DD0-95A5C19DE8BA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257198D7-708B-CDB2-0347-4EC51DE42CA5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FCD80291-3920-BF36-D8E2-75A3817A89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E91F7D-0831-09DF-DA93-872C8BDC74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AC45AB8-A710-8F57-1AD6-F3483F8317E2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25D50ED2-5421-F447-7AB3-82BB83F411C0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FC85901-AC24-B526-1C65-5742CE87AC17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B1BBACB-F5AD-FDA5-8B37-EA7D2BE1950A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775E5B21-6076-9D34-EE1E-B37B7E180DAD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7636DF25-AD7B-BC4C-D4EE-A9D917D52E94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4E893E0C-C3E6-1B5F-6345-DD5386A46172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2063FB42-E636-8853-43E8-8C0864987DB4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44B1FD9C-B897-6033-34E9-557A48724491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DF01D3CE-2AA1-E0C8-F699-1DD9A4CA2ED9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3AC2D87C-C917-80AB-FE93-09038B05A1BB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9ECCB4E6-1609-524D-FFED-429D89B84CCD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Работа с документами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Загрузка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Извлечение текста как контекста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Презентация строится не только по </a:t>
            </a:r>
            <a:r>
              <a:rPr lang="ru-RU" altLang="ko-KR" sz="3200" b="1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промпту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но и по материалам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46310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81CC-0099-CAA1-36AF-240CB747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B1256184-6420-D89A-B238-1BB6088C1AEB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AC7BC5D-BCEC-3D8D-977D-A43B0DCE1A11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C169021E-2662-4F47-E145-A6039A835A92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058903E1-0AAA-29F8-2CD7-A249E1227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917A69-15BC-E249-8D4E-64F38DABCB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5D4273B3-36DE-FAB7-5821-20EF987BBC51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8B6EE7C8-E33E-5903-69BD-88BDEC196C28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07C7E84-D877-AFD0-FEAE-FA2E67B3F3E2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3E62E0C-1560-B444-05C3-9798832F8862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2FBFB7F2-E455-C0B4-AB31-EA394771B09B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92F5B4E3-7DFB-5A1F-B559-6F1CE87509C9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5F8F28E5-0383-4B6A-963D-631284DDCC0B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20A95111-65BC-762B-D3E1-8BEC0B26998F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6D1FCF5F-F2B6-71AB-95B9-8B9CC4D48949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1D4C057F-5A4E-DE1F-6AA8-C0763E876532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DA3ED058-7471-744B-B1C9-F1BCAADB7DD2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D8EC50B-07EF-30E5-5574-C63776013F80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Качество редактирования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Второй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QA-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 проверяет структуру и перегруз текста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Слайды можно редактировать в браузере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Можно пересобрать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 полной регенерации</a:t>
            </a:r>
          </a:p>
        </p:txBody>
      </p:sp>
    </p:spTree>
    <p:extLst>
      <p:ext uri="{BB962C8B-B14F-4D97-AF65-F5344CB8AC3E}">
        <p14:creationId xmlns:p14="http://schemas.microsoft.com/office/powerpoint/2010/main" val="4062615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ACDBA-52E8-5B1A-B537-FAEFE3B9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56764B18-7A9A-E34E-A4D6-D10B530D5077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483DB15-1BF8-DE94-3F8F-52ADC34EC6A0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3002046D-45C1-B5F0-5F53-E38ED00B6E2C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3FF1495A-F41B-9697-683B-9551B56D5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0E0C89-0FB6-D54C-E858-D9E1242153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AE6ABD8D-0850-B64E-FA03-392BA14D8AF1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80AAB000-9409-37E0-6828-3E81D559B67C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E580B188-183C-0060-C2A2-C726ECFEED7E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B5ADDDB-CAF4-3C85-3862-79E052326A9C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4B3C6183-574B-16EA-2A73-066EB7419E89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202A63AB-6CFF-4AB9-ADA8-1AA4C392CF25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C9B53DFC-1304-A20A-45C1-D125310101AF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491855AD-8C33-B96A-EA4C-4AB1C2A0C662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32E53440-225E-3883-F307-E978FBD49BD0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BC65E219-B92D-5F02-A6CD-BDCE8F0D49A3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A3570FB6-3021-F51D-E446-AAC6B7A9AB3B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A8035C2-8ED8-EA44-4D13-BA1AD89E7034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Визуальная часть и экспорт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визуальных тем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Опциональная генерация изображений через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Stable Diffusion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Yandex ART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Скачивание готового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281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CD35-EBBB-8990-499A-E4E6DD3E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FDB1D16D-DE78-BB4A-DD20-03E617D2C810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D393D7E-E554-C2DE-7218-D0FAD12A191B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B4B0A498-94A4-B807-6515-257D475E5EB2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80923970-6492-5F35-81CF-0FCCEC25A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71540F-FC5B-7E39-5F6A-4622731099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CA6EF0A0-946A-45F5-7774-15FECA7C25BF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F7409EEB-05EA-ECE9-49E9-01DB5814D254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300A9915-87A0-77FC-B36A-0068E4101282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0370DC1-9BCF-07D9-52C6-1148EEA1514A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1DE11B72-9C59-1A0C-818D-FD452BDEE847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AA07959F-8536-D8C8-0E0F-EBED1DE71344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D292EC7E-A7D1-2F1F-EB57-C792D105E5A8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D334CA6A-E0BF-AB7F-603E-6367BC24B6C1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85D03F93-C2CE-2466-3755-2894B0ECEF2C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7BEC3616-5952-67AC-644E-5F9D950D8518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5D4C7E7-E9CA-2D54-BFA8-E7AA1C1AB0DA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91E18D6-2182-5AB5-F167-974FC7CBF620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Скринкаст</a:t>
            </a:r>
            <a:endParaRPr lang="ru-RU" altLang="ko-KR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4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E49E-58DD-03EF-FE14-68D0EF00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43373FA2-E09A-3FCB-F672-E9612B8BB448}"/>
              </a:ext>
            </a:extLst>
          </p:cNvPr>
          <p:cNvSpPr/>
          <p:nvPr/>
        </p:nvSpPr>
        <p:spPr>
          <a:xfrm>
            <a:off x="-3560640" y="1335989"/>
            <a:ext cx="5141572" cy="680313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379652 w 6180288"/>
              <a:gd name="connsiteY0" fmla="*/ 5235650 h 7163016"/>
              <a:gd name="connsiteX1" fmla="*/ 2921 w 6180288"/>
              <a:gd name="connsiteY1" fmla="*/ 2760600 h 7163016"/>
              <a:gd name="connsiteX2" fmla="*/ 1625909 w 6180288"/>
              <a:gd name="connsiteY2" fmla="*/ 0 h 7163016"/>
              <a:gd name="connsiteX3" fmla="*/ 6180003 w 6180288"/>
              <a:gd name="connsiteY3" fmla="*/ 6936123 h 7163016"/>
              <a:gd name="connsiteX4" fmla="*/ 1379652 w 6180288"/>
              <a:gd name="connsiteY4" fmla="*/ 5235650 h 7163016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503421 w 6305890"/>
              <a:gd name="connsiteY0" fmla="*/ 5361380 h 7296435"/>
              <a:gd name="connsiteX1" fmla="*/ 126690 w 6305890"/>
              <a:gd name="connsiteY1" fmla="*/ 2886330 h 7296435"/>
              <a:gd name="connsiteX2" fmla="*/ 869568 w 6305890"/>
              <a:gd name="connsiteY2" fmla="*/ 0 h 7296435"/>
              <a:gd name="connsiteX3" fmla="*/ 6303772 w 6305890"/>
              <a:gd name="connsiteY3" fmla="*/ 7061853 h 7296435"/>
              <a:gd name="connsiteX4" fmla="*/ 1503421 w 6305890"/>
              <a:gd name="connsiteY4" fmla="*/ 5361380 h 7296435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6247321"/>
              <a:gd name="connsiteY0" fmla="*/ 5978600 h 7951986"/>
              <a:gd name="connsiteX1" fmla="*/ 68985 w 6247321"/>
              <a:gd name="connsiteY1" fmla="*/ 3503550 h 7951986"/>
              <a:gd name="connsiteX2" fmla="*/ 960453 w 6247321"/>
              <a:gd name="connsiteY2" fmla="*/ 0 h 7951986"/>
              <a:gd name="connsiteX3" fmla="*/ 6246067 w 6247321"/>
              <a:gd name="connsiteY3" fmla="*/ 7679073 h 7951986"/>
              <a:gd name="connsiteX4" fmla="*/ 1445716 w 6247321"/>
              <a:gd name="connsiteY4" fmla="*/ 5978600 h 7951986"/>
              <a:gd name="connsiteX0" fmla="*/ 1445716 w 7242922"/>
              <a:gd name="connsiteY0" fmla="*/ 5978600 h 7813098"/>
              <a:gd name="connsiteX1" fmla="*/ 68985 w 7242922"/>
              <a:gd name="connsiteY1" fmla="*/ 3503550 h 7813098"/>
              <a:gd name="connsiteX2" fmla="*/ 960453 w 7242922"/>
              <a:gd name="connsiteY2" fmla="*/ 0 h 7813098"/>
              <a:gd name="connsiteX3" fmla="*/ 6246067 w 7242922"/>
              <a:gd name="connsiteY3" fmla="*/ 7679073 h 7813098"/>
              <a:gd name="connsiteX4" fmla="*/ 1445716 w 7242922"/>
              <a:gd name="connsiteY4" fmla="*/ 5978600 h 7813098"/>
              <a:gd name="connsiteX0" fmla="*/ 1445716 w 6252228"/>
              <a:gd name="connsiteY0" fmla="*/ 5978600 h 7791192"/>
              <a:gd name="connsiteX1" fmla="*/ 68985 w 6252228"/>
              <a:gd name="connsiteY1" fmla="*/ 3503550 h 7791192"/>
              <a:gd name="connsiteX2" fmla="*/ 960453 w 6252228"/>
              <a:gd name="connsiteY2" fmla="*/ 0 h 7791192"/>
              <a:gd name="connsiteX3" fmla="*/ 6246067 w 6252228"/>
              <a:gd name="connsiteY3" fmla="*/ 7679073 h 7791192"/>
              <a:gd name="connsiteX4" fmla="*/ 1445716 w 6252228"/>
              <a:gd name="connsiteY4" fmla="*/ 5978600 h 7791192"/>
              <a:gd name="connsiteX0" fmla="*/ 1445716 w 7134370"/>
              <a:gd name="connsiteY0" fmla="*/ 5978600 h 7681077"/>
              <a:gd name="connsiteX1" fmla="*/ 68985 w 7134370"/>
              <a:gd name="connsiteY1" fmla="*/ 3503550 h 7681077"/>
              <a:gd name="connsiteX2" fmla="*/ 960453 w 7134370"/>
              <a:gd name="connsiteY2" fmla="*/ 0 h 7681077"/>
              <a:gd name="connsiteX3" fmla="*/ 6246067 w 7134370"/>
              <a:gd name="connsiteY3" fmla="*/ 7679073 h 7681077"/>
              <a:gd name="connsiteX4" fmla="*/ 1445716 w 7134370"/>
              <a:gd name="connsiteY4" fmla="*/ 5978600 h 7681077"/>
              <a:gd name="connsiteX0" fmla="*/ 1445716 w 6324644"/>
              <a:gd name="connsiteY0" fmla="*/ 5978600 h 7830079"/>
              <a:gd name="connsiteX1" fmla="*/ 68985 w 6324644"/>
              <a:gd name="connsiteY1" fmla="*/ 3503550 h 7830079"/>
              <a:gd name="connsiteX2" fmla="*/ 960453 w 6324644"/>
              <a:gd name="connsiteY2" fmla="*/ 0 h 7830079"/>
              <a:gd name="connsiteX3" fmla="*/ 6246067 w 6324644"/>
              <a:gd name="connsiteY3" fmla="*/ 7679073 h 7830079"/>
              <a:gd name="connsiteX4" fmla="*/ 1445716 w 6324644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6678343"/>
              <a:gd name="connsiteY0" fmla="*/ 5978600 h 7830079"/>
              <a:gd name="connsiteX1" fmla="*/ 422684 w 6678343"/>
              <a:gd name="connsiteY1" fmla="*/ 3503550 h 7830079"/>
              <a:gd name="connsiteX2" fmla="*/ 1314152 w 6678343"/>
              <a:gd name="connsiteY2" fmla="*/ 0 h 7830079"/>
              <a:gd name="connsiteX3" fmla="*/ 6599766 w 6678343"/>
              <a:gd name="connsiteY3" fmla="*/ 7679073 h 7830079"/>
              <a:gd name="connsiteX4" fmla="*/ 1799415 w 6678343"/>
              <a:gd name="connsiteY4" fmla="*/ 5978600 h 7830079"/>
              <a:gd name="connsiteX0" fmla="*/ 1799415 w 3886131"/>
              <a:gd name="connsiteY0" fmla="*/ 5978600 h 6483658"/>
              <a:gd name="connsiteX1" fmla="*/ 422684 w 3886131"/>
              <a:gd name="connsiteY1" fmla="*/ 3503550 h 6483658"/>
              <a:gd name="connsiteX2" fmla="*/ 1314152 w 3886131"/>
              <a:gd name="connsiteY2" fmla="*/ 0 h 6483658"/>
              <a:gd name="connsiteX3" fmla="*/ 3736363 w 3886131"/>
              <a:gd name="connsiteY3" fmla="*/ 6125148 h 6483658"/>
              <a:gd name="connsiteX4" fmla="*/ 1799415 w 3886131"/>
              <a:gd name="connsiteY4" fmla="*/ 5978600 h 6483658"/>
              <a:gd name="connsiteX0" fmla="*/ 1468309 w 3405537"/>
              <a:gd name="connsiteY0" fmla="*/ 4483313 h 5027335"/>
              <a:gd name="connsiteX1" fmla="*/ 91578 w 3405537"/>
              <a:gd name="connsiteY1" fmla="*/ 2008263 h 5027335"/>
              <a:gd name="connsiteX2" fmla="*/ 1619357 w 3405537"/>
              <a:gd name="connsiteY2" fmla="*/ 0 h 5027335"/>
              <a:gd name="connsiteX3" fmla="*/ 3405257 w 3405537"/>
              <a:gd name="connsiteY3" fmla="*/ 4629861 h 5027335"/>
              <a:gd name="connsiteX4" fmla="*/ 1468309 w 3405537"/>
              <a:gd name="connsiteY4" fmla="*/ 4483313 h 5027335"/>
              <a:gd name="connsiteX0" fmla="*/ 1468309 w 3700084"/>
              <a:gd name="connsiteY0" fmla="*/ 4483313 h 5333163"/>
              <a:gd name="connsiteX1" fmla="*/ 91578 w 3700084"/>
              <a:gd name="connsiteY1" fmla="*/ 2008263 h 5333163"/>
              <a:gd name="connsiteX2" fmla="*/ 1619357 w 3700084"/>
              <a:gd name="connsiteY2" fmla="*/ 0 h 5333163"/>
              <a:gd name="connsiteX3" fmla="*/ 3699846 w 3700084"/>
              <a:gd name="connsiteY3" fmla="*/ 5025673 h 5333163"/>
              <a:gd name="connsiteX4" fmla="*/ 1468309 w 3700084"/>
              <a:gd name="connsiteY4" fmla="*/ 4483313 h 5333163"/>
              <a:gd name="connsiteX0" fmla="*/ 1468309 w 3706485"/>
              <a:gd name="connsiteY0" fmla="*/ 4483313 h 5307385"/>
              <a:gd name="connsiteX1" fmla="*/ 91578 w 3706485"/>
              <a:gd name="connsiteY1" fmla="*/ 2008263 h 5307385"/>
              <a:gd name="connsiteX2" fmla="*/ 1619357 w 3706485"/>
              <a:gd name="connsiteY2" fmla="*/ 0 h 5307385"/>
              <a:gd name="connsiteX3" fmla="*/ 3699846 w 3706485"/>
              <a:gd name="connsiteY3" fmla="*/ 5025673 h 5307385"/>
              <a:gd name="connsiteX4" fmla="*/ 1468309 w 3706485"/>
              <a:gd name="connsiteY4" fmla="*/ 4483313 h 5307385"/>
              <a:gd name="connsiteX0" fmla="*/ 1468309 w 3702617"/>
              <a:gd name="connsiteY0" fmla="*/ 4483313 h 5468940"/>
              <a:gd name="connsiteX1" fmla="*/ 91578 w 3702617"/>
              <a:gd name="connsiteY1" fmla="*/ 2008263 h 5468940"/>
              <a:gd name="connsiteX2" fmla="*/ 1619357 w 3702617"/>
              <a:gd name="connsiteY2" fmla="*/ 0 h 5468940"/>
              <a:gd name="connsiteX3" fmla="*/ 3699846 w 3702617"/>
              <a:gd name="connsiteY3" fmla="*/ 5025673 h 5468940"/>
              <a:gd name="connsiteX4" fmla="*/ 1468309 w 3702617"/>
              <a:gd name="connsiteY4" fmla="*/ 4483313 h 5468940"/>
              <a:gd name="connsiteX0" fmla="*/ 1468309 w 3973326"/>
              <a:gd name="connsiteY0" fmla="*/ 4483313 h 5409960"/>
              <a:gd name="connsiteX1" fmla="*/ 91578 w 3973326"/>
              <a:gd name="connsiteY1" fmla="*/ 2008263 h 5409960"/>
              <a:gd name="connsiteX2" fmla="*/ 1619357 w 3973326"/>
              <a:gd name="connsiteY2" fmla="*/ 0 h 5409960"/>
              <a:gd name="connsiteX3" fmla="*/ 3970868 w 3973326"/>
              <a:gd name="connsiteY3" fmla="*/ 4952375 h 5409960"/>
              <a:gd name="connsiteX4" fmla="*/ 1468309 w 3973326"/>
              <a:gd name="connsiteY4" fmla="*/ 4483313 h 5409960"/>
              <a:gd name="connsiteX0" fmla="*/ 1468309 w 4008613"/>
              <a:gd name="connsiteY0" fmla="*/ 4483313 h 5312500"/>
              <a:gd name="connsiteX1" fmla="*/ 91578 w 4008613"/>
              <a:gd name="connsiteY1" fmla="*/ 2008263 h 5312500"/>
              <a:gd name="connsiteX2" fmla="*/ 1619357 w 4008613"/>
              <a:gd name="connsiteY2" fmla="*/ 0 h 5312500"/>
              <a:gd name="connsiteX3" fmla="*/ 3970868 w 4008613"/>
              <a:gd name="connsiteY3" fmla="*/ 4952375 h 5312500"/>
              <a:gd name="connsiteX4" fmla="*/ 1468309 w 4008613"/>
              <a:gd name="connsiteY4" fmla="*/ 4483313 h 5312500"/>
              <a:gd name="connsiteX0" fmla="*/ 1468309 w 4067335"/>
              <a:gd name="connsiteY0" fmla="*/ 4483313 h 5156953"/>
              <a:gd name="connsiteX1" fmla="*/ 91578 w 4067335"/>
              <a:gd name="connsiteY1" fmla="*/ 2008263 h 5156953"/>
              <a:gd name="connsiteX2" fmla="*/ 1619357 w 4067335"/>
              <a:gd name="connsiteY2" fmla="*/ 0 h 5156953"/>
              <a:gd name="connsiteX3" fmla="*/ 3970868 w 4067335"/>
              <a:gd name="connsiteY3" fmla="*/ 4952375 h 5156953"/>
              <a:gd name="connsiteX4" fmla="*/ 1468309 w 4067335"/>
              <a:gd name="connsiteY4" fmla="*/ 4483313 h 5156953"/>
              <a:gd name="connsiteX0" fmla="*/ 1468309 w 4267834"/>
              <a:gd name="connsiteY0" fmla="*/ 4483313 h 5176043"/>
              <a:gd name="connsiteX1" fmla="*/ 91578 w 4267834"/>
              <a:gd name="connsiteY1" fmla="*/ 2008263 h 5176043"/>
              <a:gd name="connsiteX2" fmla="*/ 1619357 w 4267834"/>
              <a:gd name="connsiteY2" fmla="*/ 0 h 5176043"/>
              <a:gd name="connsiteX3" fmla="*/ 4176733 w 4267834"/>
              <a:gd name="connsiteY3" fmla="*/ 4975658 h 5176043"/>
              <a:gd name="connsiteX4" fmla="*/ 1468309 w 4267834"/>
              <a:gd name="connsiteY4" fmla="*/ 4483313 h 5176043"/>
              <a:gd name="connsiteX0" fmla="*/ 1585365 w 4293899"/>
              <a:gd name="connsiteY0" fmla="*/ 4793677 h 5625595"/>
              <a:gd name="connsiteX1" fmla="*/ 208634 w 4293899"/>
              <a:gd name="connsiteY1" fmla="*/ 2318627 h 5625595"/>
              <a:gd name="connsiteX2" fmla="*/ 1480860 w 4293899"/>
              <a:gd name="connsiteY2" fmla="*/ 0 h 5625595"/>
              <a:gd name="connsiteX3" fmla="*/ 4293789 w 4293899"/>
              <a:gd name="connsiteY3" fmla="*/ 5286022 h 5625595"/>
              <a:gd name="connsiteX4" fmla="*/ 1585365 w 4293899"/>
              <a:gd name="connsiteY4" fmla="*/ 4793677 h 5625595"/>
              <a:gd name="connsiteX0" fmla="*/ 1585365 w 3433148"/>
              <a:gd name="connsiteY0" fmla="*/ 4793677 h 5547339"/>
              <a:gd name="connsiteX1" fmla="*/ 208634 w 3433148"/>
              <a:gd name="connsiteY1" fmla="*/ 2318627 h 5547339"/>
              <a:gd name="connsiteX2" fmla="*/ 1480860 w 3433148"/>
              <a:gd name="connsiteY2" fmla="*/ 0 h 5547339"/>
              <a:gd name="connsiteX3" fmla="*/ 3432979 w 3433148"/>
              <a:gd name="connsiteY3" fmla="*/ 5188012 h 5547339"/>
              <a:gd name="connsiteX4" fmla="*/ 1585365 w 3433148"/>
              <a:gd name="connsiteY4" fmla="*/ 4793677 h 5547339"/>
              <a:gd name="connsiteX0" fmla="*/ 1585365 w 3639863"/>
              <a:gd name="connsiteY0" fmla="*/ 4793677 h 5489291"/>
              <a:gd name="connsiteX1" fmla="*/ 208634 w 3639863"/>
              <a:gd name="connsiteY1" fmla="*/ 2318627 h 5489291"/>
              <a:gd name="connsiteX2" fmla="*/ 1480860 w 3639863"/>
              <a:gd name="connsiteY2" fmla="*/ 0 h 5489291"/>
              <a:gd name="connsiteX3" fmla="*/ 3432979 w 3639863"/>
              <a:gd name="connsiteY3" fmla="*/ 5188012 h 5489291"/>
              <a:gd name="connsiteX4" fmla="*/ 1585365 w 3639863"/>
              <a:gd name="connsiteY4" fmla="*/ 4793677 h 5489291"/>
              <a:gd name="connsiteX0" fmla="*/ 1585365 w 3717264"/>
              <a:gd name="connsiteY0" fmla="*/ 4793677 h 5809367"/>
              <a:gd name="connsiteX1" fmla="*/ 208634 w 3717264"/>
              <a:gd name="connsiteY1" fmla="*/ 2318627 h 5809367"/>
              <a:gd name="connsiteX2" fmla="*/ 1480860 w 3717264"/>
              <a:gd name="connsiteY2" fmla="*/ 0 h 5809367"/>
              <a:gd name="connsiteX3" fmla="*/ 3515147 w 3717264"/>
              <a:gd name="connsiteY3" fmla="*/ 5572923 h 5809367"/>
              <a:gd name="connsiteX4" fmla="*/ 1585365 w 3717264"/>
              <a:gd name="connsiteY4" fmla="*/ 4793677 h 5809367"/>
              <a:gd name="connsiteX0" fmla="*/ 1585365 w 3630180"/>
              <a:gd name="connsiteY0" fmla="*/ 4793677 h 5833533"/>
              <a:gd name="connsiteX1" fmla="*/ 208634 w 3630180"/>
              <a:gd name="connsiteY1" fmla="*/ 2318627 h 5833533"/>
              <a:gd name="connsiteX2" fmla="*/ 1480860 w 3630180"/>
              <a:gd name="connsiteY2" fmla="*/ 0 h 5833533"/>
              <a:gd name="connsiteX3" fmla="*/ 3515147 w 3630180"/>
              <a:gd name="connsiteY3" fmla="*/ 5572923 h 5833533"/>
              <a:gd name="connsiteX4" fmla="*/ 1585365 w 3630180"/>
              <a:gd name="connsiteY4" fmla="*/ 4793677 h 5833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0180" h="5833533">
                <a:moveTo>
                  <a:pt x="1585365" y="4793677"/>
                </a:moveTo>
                <a:cubicBezTo>
                  <a:pt x="1034279" y="4251294"/>
                  <a:pt x="226051" y="3117573"/>
                  <a:pt x="208634" y="2318627"/>
                </a:cubicBezTo>
                <a:cubicBezTo>
                  <a:pt x="191217" y="1519681"/>
                  <a:pt x="-740793" y="513616"/>
                  <a:pt x="1480860" y="0"/>
                </a:cubicBezTo>
                <a:cubicBezTo>
                  <a:pt x="1611754" y="2108426"/>
                  <a:pt x="4199583" y="4847634"/>
                  <a:pt x="3515147" y="5572923"/>
                </a:cubicBezTo>
                <a:cubicBezTo>
                  <a:pt x="2830711" y="6298212"/>
                  <a:pt x="2136451" y="5336060"/>
                  <a:pt x="1585365" y="4793677"/>
                </a:cubicBezTo>
                <a:close/>
              </a:path>
            </a:pathLst>
          </a:custGeom>
          <a:gradFill>
            <a:gsLst>
              <a:gs pos="27000">
                <a:schemeClr val="accent2">
                  <a:lumMod val="75000"/>
                </a:schemeClr>
              </a:gs>
              <a:gs pos="72000">
                <a:schemeClr val="accent4">
                  <a:lumMod val="95000"/>
                  <a:lumOff val="5000"/>
                </a:schemeClr>
              </a:gs>
              <a:gs pos="97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BE58F02-6E2C-56C1-4A4B-2F2468509F4A}"/>
              </a:ext>
            </a:extLst>
          </p:cNvPr>
          <p:cNvSpPr/>
          <p:nvPr/>
        </p:nvSpPr>
        <p:spPr>
          <a:xfrm>
            <a:off x="1117112" y="223809"/>
            <a:ext cx="2221311" cy="64708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</a:t>
            </a:r>
            <a:r>
              <a:rPr lang="en-US" altLang="ko-KR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endParaRPr lang="ko-KR" altLang="en-US"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Овал 5">
            <a:extLst>
              <a:ext uri="{FF2B5EF4-FFF2-40B4-BE49-F238E27FC236}">
                <a16:creationId xmlns:a16="http://schemas.microsoft.com/office/drawing/2014/main" id="{EB5100F9-EBBA-4172-CC72-5E5D730CD3BD}"/>
              </a:ext>
            </a:extLst>
          </p:cNvPr>
          <p:cNvSpPr/>
          <p:nvPr/>
        </p:nvSpPr>
        <p:spPr>
          <a:xfrm>
            <a:off x="9938306" y="-933543"/>
            <a:ext cx="8933755" cy="11437664"/>
          </a:xfrm>
          <a:custGeom>
            <a:avLst/>
            <a:gdLst>
              <a:gd name="connsiteX0" fmla="*/ 0 w 1928087"/>
              <a:gd name="connsiteY0" fmla="*/ 2411397 h 4822794"/>
              <a:gd name="connsiteX1" fmla="*/ 964044 w 1928087"/>
              <a:gd name="connsiteY1" fmla="*/ 0 h 4822794"/>
              <a:gd name="connsiteX2" fmla="*/ 1928088 w 1928087"/>
              <a:gd name="connsiteY2" fmla="*/ 2411397 h 4822794"/>
              <a:gd name="connsiteX3" fmla="*/ 964044 w 1928087"/>
              <a:gd name="connsiteY3" fmla="*/ 4822794 h 4822794"/>
              <a:gd name="connsiteX4" fmla="*/ 0 w 1928087"/>
              <a:gd name="connsiteY4" fmla="*/ 2411397 h 4822794"/>
              <a:gd name="connsiteX0" fmla="*/ 1264771 w 3192859"/>
              <a:gd name="connsiteY0" fmla="*/ 3254776 h 5666173"/>
              <a:gd name="connsiteX1" fmla="*/ 124808 w 3192859"/>
              <a:gd name="connsiteY1" fmla="*/ 0 h 5666173"/>
              <a:gd name="connsiteX2" fmla="*/ 3192859 w 3192859"/>
              <a:gd name="connsiteY2" fmla="*/ 3254776 h 5666173"/>
              <a:gd name="connsiteX3" fmla="*/ 2228815 w 3192859"/>
              <a:gd name="connsiteY3" fmla="*/ 5666173 h 5666173"/>
              <a:gd name="connsiteX4" fmla="*/ 1264771 w 3192859"/>
              <a:gd name="connsiteY4" fmla="*/ 3254776 h 5666173"/>
              <a:gd name="connsiteX0" fmla="*/ 1339943 w 6791540"/>
              <a:gd name="connsiteY0" fmla="*/ 3254776 h 6891291"/>
              <a:gd name="connsiteX1" fmla="*/ 199980 w 6791540"/>
              <a:gd name="connsiteY1" fmla="*/ 0 h 6891291"/>
              <a:gd name="connsiteX2" fmla="*/ 3268031 w 6791540"/>
              <a:gd name="connsiteY2" fmla="*/ 3254776 h 6891291"/>
              <a:gd name="connsiteX3" fmla="*/ 6742822 w 6791540"/>
              <a:gd name="connsiteY3" fmla="*/ 6891291 h 6891291"/>
              <a:gd name="connsiteX4" fmla="*/ 1339943 w 6791540"/>
              <a:gd name="connsiteY4" fmla="*/ 3254776 h 6891291"/>
              <a:gd name="connsiteX0" fmla="*/ 1536333 w 6615318"/>
              <a:gd name="connsiteY0" fmla="*/ 3951928 h 6900981"/>
              <a:gd name="connsiteX1" fmla="*/ 59018 w 6615318"/>
              <a:gd name="connsiteY1" fmla="*/ 4694 h 6900981"/>
              <a:gd name="connsiteX2" fmla="*/ 3127069 w 6615318"/>
              <a:gd name="connsiteY2" fmla="*/ 3259470 h 6900981"/>
              <a:gd name="connsiteX3" fmla="*/ 6601860 w 6615318"/>
              <a:gd name="connsiteY3" fmla="*/ 6895985 h 6900981"/>
              <a:gd name="connsiteX4" fmla="*/ 1536333 w 6615318"/>
              <a:gd name="connsiteY4" fmla="*/ 3951928 h 6900981"/>
              <a:gd name="connsiteX0" fmla="*/ 1479818 w 6546082"/>
              <a:gd name="connsiteY0" fmla="*/ 4070346 h 7062963"/>
              <a:gd name="connsiteX1" fmla="*/ 2503 w 6546082"/>
              <a:gd name="connsiteY1" fmla="*/ 123112 h 7062963"/>
              <a:gd name="connsiteX2" fmla="*/ 1099711 w 6546082"/>
              <a:gd name="connsiteY2" fmla="*/ 1655620 h 7062963"/>
              <a:gd name="connsiteX3" fmla="*/ 6545345 w 6546082"/>
              <a:gd name="connsiteY3" fmla="*/ 7014403 h 7062963"/>
              <a:gd name="connsiteX4" fmla="*/ 1479818 w 6546082"/>
              <a:gd name="connsiteY4" fmla="*/ 4070346 h 7062963"/>
              <a:gd name="connsiteX0" fmla="*/ 529326 w 5595559"/>
              <a:gd name="connsiteY0" fmla="*/ 2930931 h 5917494"/>
              <a:gd name="connsiteX1" fmla="*/ 112715 w 5595559"/>
              <a:gd name="connsiteY1" fmla="*/ 1205689 h 5917494"/>
              <a:gd name="connsiteX2" fmla="*/ 149219 w 5595559"/>
              <a:gd name="connsiteY2" fmla="*/ 516205 h 5917494"/>
              <a:gd name="connsiteX3" fmla="*/ 5594853 w 5595559"/>
              <a:gd name="connsiteY3" fmla="*/ 5874988 h 5917494"/>
              <a:gd name="connsiteX4" fmla="*/ 529326 w 5595559"/>
              <a:gd name="connsiteY4" fmla="*/ 2930931 h 5917494"/>
              <a:gd name="connsiteX0" fmla="*/ 380107 w 5446306"/>
              <a:gd name="connsiteY0" fmla="*/ 2862976 h 5848595"/>
              <a:gd name="connsiteX1" fmla="*/ 1261944 w 5446306"/>
              <a:gd name="connsiteY1" fmla="*/ 1540070 h 5848595"/>
              <a:gd name="connsiteX2" fmla="*/ 0 w 5446306"/>
              <a:gd name="connsiteY2" fmla="*/ 448250 h 5848595"/>
              <a:gd name="connsiteX3" fmla="*/ 5445634 w 5446306"/>
              <a:gd name="connsiteY3" fmla="*/ 5807033 h 5848595"/>
              <a:gd name="connsiteX4" fmla="*/ 380107 w 5446306"/>
              <a:gd name="connsiteY4" fmla="*/ 2862976 h 5848595"/>
              <a:gd name="connsiteX0" fmla="*/ 1115150 w 6181403"/>
              <a:gd name="connsiteY0" fmla="*/ 2849882 h 5835292"/>
              <a:gd name="connsiteX1" fmla="*/ 3595 w 6181403"/>
              <a:gd name="connsiteY1" fmla="*/ 1618416 h 5835292"/>
              <a:gd name="connsiteX2" fmla="*/ 735043 w 6181403"/>
              <a:gd name="connsiteY2" fmla="*/ 435156 h 5835292"/>
              <a:gd name="connsiteX3" fmla="*/ 6180677 w 6181403"/>
              <a:gd name="connsiteY3" fmla="*/ 5793939 h 5835292"/>
              <a:gd name="connsiteX4" fmla="*/ 1115150 w 6181403"/>
              <a:gd name="connsiteY4" fmla="*/ 2849882 h 5835292"/>
              <a:gd name="connsiteX0" fmla="*/ 1386252 w 6188796"/>
              <a:gd name="connsiteY0" fmla="*/ 4121015 h 5956422"/>
              <a:gd name="connsiteX1" fmla="*/ 9521 w 6188796"/>
              <a:gd name="connsiteY1" fmla="*/ 1645965 h 5956422"/>
              <a:gd name="connsiteX2" fmla="*/ 740969 w 6188796"/>
              <a:gd name="connsiteY2" fmla="*/ 462705 h 5956422"/>
              <a:gd name="connsiteX3" fmla="*/ 6186603 w 6188796"/>
              <a:gd name="connsiteY3" fmla="*/ 5821488 h 5956422"/>
              <a:gd name="connsiteX4" fmla="*/ 1386252 w 6188796"/>
              <a:gd name="connsiteY4" fmla="*/ 4121015 h 5956422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6311036"/>
              <a:gd name="connsiteY0" fmla="*/ 3658310 h 5493717"/>
              <a:gd name="connsiteX1" fmla="*/ 131761 w 6311036"/>
              <a:gd name="connsiteY1" fmla="*/ 1183260 h 5493717"/>
              <a:gd name="connsiteX2" fmla="*/ 863209 w 6311036"/>
              <a:gd name="connsiteY2" fmla="*/ 0 h 5493717"/>
              <a:gd name="connsiteX3" fmla="*/ 6308843 w 6311036"/>
              <a:gd name="connsiteY3" fmla="*/ 5358783 h 5493717"/>
              <a:gd name="connsiteX4" fmla="*/ 1508492 w 6311036"/>
              <a:gd name="connsiteY4" fmla="*/ 3658310 h 5493717"/>
              <a:gd name="connsiteX0" fmla="*/ 1508492 w 5317207"/>
              <a:gd name="connsiteY0" fmla="*/ 3658310 h 6705883"/>
              <a:gd name="connsiteX1" fmla="*/ 131761 w 5317207"/>
              <a:gd name="connsiteY1" fmla="*/ 1183260 h 6705883"/>
              <a:gd name="connsiteX2" fmla="*/ 863209 w 5317207"/>
              <a:gd name="connsiteY2" fmla="*/ 0 h 6705883"/>
              <a:gd name="connsiteX3" fmla="*/ 5314433 w 5317207"/>
              <a:gd name="connsiteY3" fmla="*/ 6616083 h 6705883"/>
              <a:gd name="connsiteX4" fmla="*/ 1508492 w 5317207"/>
              <a:gd name="connsiteY4" fmla="*/ 3658310 h 6705883"/>
              <a:gd name="connsiteX0" fmla="*/ 1505981 w 5911831"/>
              <a:gd name="connsiteY0" fmla="*/ 3303980 h 6337472"/>
              <a:gd name="connsiteX1" fmla="*/ 129250 w 5911831"/>
              <a:gd name="connsiteY1" fmla="*/ 828930 h 6337472"/>
              <a:gd name="connsiteX2" fmla="*/ 4449718 w 5911831"/>
              <a:gd name="connsiteY2" fmla="*/ 0 h 6337472"/>
              <a:gd name="connsiteX3" fmla="*/ 5311922 w 5911831"/>
              <a:gd name="connsiteY3" fmla="*/ 6261753 h 6337472"/>
              <a:gd name="connsiteX4" fmla="*/ 1505981 w 5911831"/>
              <a:gd name="connsiteY4" fmla="*/ 3303980 h 6337472"/>
              <a:gd name="connsiteX0" fmla="*/ 1534640 w 5940490"/>
              <a:gd name="connsiteY0" fmla="*/ 3303980 h 6322349"/>
              <a:gd name="connsiteX1" fmla="*/ 157909 w 5940490"/>
              <a:gd name="connsiteY1" fmla="*/ 828930 h 6322349"/>
              <a:gd name="connsiteX2" fmla="*/ 4478377 w 5940490"/>
              <a:gd name="connsiteY2" fmla="*/ 0 h 6322349"/>
              <a:gd name="connsiteX3" fmla="*/ 5340581 w 5940490"/>
              <a:gd name="connsiteY3" fmla="*/ 6261753 h 6322349"/>
              <a:gd name="connsiteX4" fmla="*/ 1534640 w 5940490"/>
              <a:gd name="connsiteY4" fmla="*/ 3303980 h 6322349"/>
              <a:gd name="connsiteX0" fmla="*/ 1509805 w 5915655"/>
              <a:gd name="connsiteY0" fmla="*/ 3303980 h 6339446"/>
              <a:gd name="connsiteX1" fmla="*/ 133074 w 5915655"/>
              <a:gd name="connsiteY1" fmla="*/ 828930 h 6339446"/>
              <a:gd name="connsiteX2" fmla="*/ 4453542 w 5915655"/>
              <a:gd name="connsiteY2" fmla="*/ 0 h 6339446"/>
              <a:gd name="connsiteX3" fmla="*/ 5315746 w 5915655"/>
              <a:gd name="connsiteY3" fmla="*/ 6261753 h 6339446"/>
              <a:gd name="connsiteX4" fmla="*/ 1509805 w 5915655"/>
              <a:gd name="connsiteY4" fmla="*/ 3303980 h 6339446"/>
              <a:gd name="connsiteX0" fmla="*/ 1481844 w 5887694"/>
              <a:gd name="connsiteY0" fmla="*/ 3303980 h 6343382"/>
              <a:gd name="connsiteX1" fmla="*/ 105113 w 5887694"/>
              <a:gd name="connsiteY1" fmla="*/ 828930 h 6343382"/>
              <a:gd name="connsiteX2" fmla="*/ 4425581 w 5887694"/>
              <a:gd name="connsiteY2" fmla="*/ 0 h 6343382"/>
              <a:gd name="connsiteX3" fmla="*/ 5287785 w 5887694"/>
              <a:gd name="connsiteY3" fmla="*/ 6261753 h 6343382"/>
              <a:gd name="connsiteX4" fmla="*/ 1481844 w 5887694"/>
              <a:gd name="connsiteY4" fmla="*/ 3303980 h 6343382"/>
              <a:gd name="connsiteX0" fmla="*/ 899780 w 5305630"/>
              <a:gd name="connsiteY0" fmla="*/ 3303980 h 6338920"/>
              <a:gd name="connsiteX1" fmla="*/ 208849 w 5305630"/>
              <a:gd name="connsiteY1" fmla="*/ 474600 h 6338920"/>
              <a:gd name="connsiteX2" fmla="*/ 3843517 w 5305630"/>
              <a:gd name="connsiteY2" fmla="*/ 0 h 6338920"/>
              <a:gd name="connsiteX3" fmla="*/ 4705721 w 5305630"/>
              <a:gd name="connsiteY3" fmla="*/ 6261753 h 6338920"/>
              <a:gd name="connsiteX4" fmla="*/ 899780 w 5305630"/>
              <a:gd name="connsiteY4" fmla="*/ 3303980 h 6338920"/>
              <a:gd name="connsiteX0" fmla="*/ 1914383 w 6320233"/>
              <a:gd name="connsiteY0" fmla="*/ 3303980 h 6336387"/>
              <a:gd name="connsiteX1" fmla="*/ 103312 w 6320233"/>
              <a:gd name="connsiteY1" fmla="*/ 1103250 h 6336387"/>
              <a:gd name="connsiteX2" fmla="*/ 4858120 w 6320233"/>
              <a:gd name="connsiteY2" fmla="*/ 0 h 6336387"/>
              <a:gd name="connsiteX3" fmla="*/ 5720324 w 6320233"/>
              <a:gd name="connsiteY3" fmla="*/ 6261753 h 6336387"/>
              <a:gd name="connsiteX4" fmla="*/ 1914383 w 6320233"/>
              <a:gd name="connsiteY4" fmla="*/ 3303980 h 6336387"/>
              <a:gd name="connsiteX0" fmla="*/ 2362684 w 6246808"/>
              <a:gd name="connsiteY0" fmla="*/ 2869640 h 6312911"/>
              <a:gd name="connsiteX1" fmla="*/ 60123 w 6246808"/>
              <a:gd name="connsiteY1" fmla="*/ 1103250 h 6312911"/>
              <a:gd name="connsiteX2" fmla="*/ 4814931 w 6246808"/>
              <a:gd name="connsiteY2" fmla="*/ 0 h 6312911"/>
              <a:gd name="connsiteX3" fmla="*/ 5677135 w 6246808"/>
              <a:gd name="connsiteY3" fmla="*/ 6261753 h 6312911"/>
              <a:gd name="connsiteX4" fmla="*/ 2362684 w 6246808"/>
              <a:gd name="connsiteY4" fmla="*/ 2869640 h 6312911"/>
              <a:gd name="connsiteX0" fmla="*/ 2359663 w 5964874"/>
              <a:gd name="connsiteY0" fmla="*/ 2869640 h 6685726"/>
              <a:gd name="connsiteX1" fmla="*/ 57102 w 5964874"/>
              <a:gd name="connsiteY1" fmla="*/ 1103250 h 6685726"/>
              <a:gd name="connsiteX2" fmla="*/ 4811910 w 5964874"/>
              <a:gd name="connsiteY2" fmla="*/ 0 h 6685726"/>
              <a:gd name="connsiteX3" fmla="*/ 4976884 w 5964874"/>
              <a:gd name="connsiteY3" fmla="*/ 6638943 h 6685726"/>
              <a:gd name="connsiteX4" fmla="*/ 2359663 w 5964874"/>
              <a:gd name="connsiteY4" fmla="*/ 2869640 h 6685726"/>
              <a:gd name="connsiteX0" fmla="*/ 2263775 w 5976538"/>
              <a:gd name="connsiteY0" fmla="*/ 3121100 h 6697106"/>
              <a:gd name="connsiteX1" fmla="*/ 64084 w 5976538"/>
              <a:gd name="connsiteY1" fmla="*/ 1103250 h 6697106"/>
              <a:gd name="connsiteX2" fmla="*/ 4818892 w 5976538"/>
              <a:gd name="connsiteY2" fmla="*/ 0 h 6697106"/>
              <a:gd name="connsiteX3" fmla="*/ 4983866 w 5976538"/>
              <a:gd name="connsiteY3" fmla="*/ 6638943 h 6697106"/>
              <a:gd name="connsiteX4" fmla="*/ 2263775 w 5976538"/>
              <a:gd name="connsiteY4" fmla="*/ 3121100 h 6697106"/>
              <a:gd name="connsiteX0" fmla="*/ 2231963 w 5980583"/>
              <a:gd name="connsiteY0" fmla="*/ 3223970 h 6702322"/>
              <a:gd name="connsiteX1" fmla="*/ 66562 w 5980583"/>
              <a:gd name="connsiteY1" fmla="*/ 1103250 h 6702322"/>
              <a:gd name="connsiteX2" fmla="*/ 4821370 w 5980583"/>
              <a:gd name="connsiteY2" fmla="*/ 0 h 6702322"/>
              <a:gd name="connsiteX3" fmla="*/ 4986344 w 5980583"/>
              <a:gd name="connsiteY3" fmla="*/ 6638943 h 6702322"/>
              <a:gd name="connsiteX4" fmla="*/ 2231963 w 5980583"/>
              <a:gd name="connsiteY4" fmla="*/ 3223970 h 6702322"/>
              <a:gd name="connsiteX0" fmla="*/ 2673925 w 6422545"/>
              <a:gd name="connsiteY0" fmla="*/ 3223970 h 6702977"/>
              <a:gd name="connsiteX1" fmla="*/ 56505 w 6422545"/>
              <a:gd name="connsiteY1" fmla="*/ 885288 h 6702977"/>
              <a:gd name="connsiteX2" fmla="*/ 5263332 w 6422545"/>
              <a:gd name="connsiteY2" fmla="*/ 0 h 6702977"/>
              <a:gd name="connsiteX3" fmla="*/ 5428306 w 6422545"/>
              <a:gd name="connsiteY3" fmla="*/ 6638943 h 6702977"/>
              <a:gd name="connsiteX4" fmla="*/ 2673925 w 6422545"/>
              <a:gd name="connsiteY4" fmla="*/ 3223970 h 6702977"/>
              <a:gd name="connsiteX0" fmla="*/ 2119900 w 5868520"/>
              <a:gd name="connsiteY0" fmla="*/ 3223970 h 6704396"/>
              <a:gd name="connsiteX1" fmla="*/ 69719 w 5868520"/>
              <a:gd name="connsiteY1" fmla="*/ 427568 h 6704396"/>
              <a:gd name="connsiteX2" fmla="*/ 4709307 w 5868520"/>
              <a:gd name="connsiteY2" fmla="*/ 0 h 6704396"/>
              <a:gd name="connsiteX3" fmla="*/ 4874281 w 5868520"/>
              <a:gd name="connsiteY3" fmla="*/ 6638943 h 6704396"/>
              <a:gd name="connsiteX4" fmla="*/ 2119900 w 5868520"/>
              <a:gd name="connsiteY4" fmla="*/ 3223970 h 6704396"/>
              <a:gd name="connsiteX0" fmla="*/ 2327001 w 6075621"/>
              <a:gd name="connsiteY0" fmla="*/ 3223970 h 6703713"/>
              <a:gd name="connsiteX1" fmla="*/ 64105 w 6075621"/>
              <a:gd name="connsiteY1" fmla="*/ 645529 h 6703713"/>
              <a:gd name="connsiteX2" fmla="*/ 4916408 w 6075621"/>
              <a:gd name="connsiteY2" fmla="*/ 0 h 6703713"/>
              <a:gd name="connsiteX3" fmla="*/ 5081382 w 6075621"/>
              <a:gd name="connsiteY3" fmla="*/ 6638943 h 6703713"/>
              <a:gd name="connsiteX4" fmla="*/ 2327001 w 6075621"/>
              <a:gd name="connsiteY4" fmla="*/ 3223970 h 6703713"/>
              <a:gd name="connsiteX0" fmla="*/ 2319724 w 5674533"/>
              <a:gd name="connsiteY0" fmla="*/ 3223970 h 7122556"/>
              <a:gd name="connsiteX1" fmla="*/ 56828 w 5674533"/>
              <a:gd name="connsiteY1" fmla="*/ 645529 h 7122556"/>
              <a:gd name="connsiteX2" fmla="*/ 4909131 w 5674533"/>
              <a:gd name="connsiteY2" fmla="*/ 0 h 7122556"/>
              <a:gd name="connsiteX3" fmla="*/ 3319210 w 5674533"/>
              <a:gd name="connsiteY3" fmla="*/ 7063968 h 7122556"/>
              <a:gd name="connsiteX4" fmla="*/ 2319724 w 5674533"/>
              <a:gd name="connsiteY4" fmla="*/ 3223970 h 7122556"/>
              <a:gd name="connsiteX0" fmla="*/ 2063616 w 5699434"/>
              <a:gd name="connsiteY0" fmla="*/ 3441932 h 7133639"/>
              <a:gd name="connsiteX1" fmla="*/ 75476 w 5699434"/>
              <a:gd name="connsiteY1" fmla="*/ 645529 h 7133639"/>
              <a:gd name="connsiteX2" fmla="*/ 4927779 w 5699434"/>
              <a:gd name="connsiteY2" fmla="*/ 0 h 7133639"/>
              <a:gd name="connsiteX3" fmla="*/ 3337858 w 5699434"/>
              <a:gd name="connsiteY3" fmla="*/ 7063968 h 7133639"/>
              <a:gd name="connsiteX4" fmla="*/ 2063616 w 5699434"/>
              <a:gd name="connsiteY4" fmla="*/ 3441932 h 7133639"/>
              <a:gd name="connsiteX0" fmla="*/ 2047531 w 5683349"/>
              <a:gd name="connsiteY0" fmla="*/ 3441932 h 7137090"/>
              <a:gd name="connsiteX1" fmla="*/ 59391 w 5683349"/>
              <a:gd name="connsiteY1" fmla="*/ 645529 h 7137090"/>
              <a:gd name="connsiteX2" fmla="*/ 4911694 w 5683349"/>
              <a:gd name="connsiteY2" fmla="*/ 0 h 7137090"/>
              <a:gd name="connsiteX3" fmla="*/ 3321773 w 5683349"/>
              <a:gd name="connsiteY3" fmla="*/ 7063968 h 7137090"/>
              <a:gd name="connsiteX4" fmla="*/ 2047531 w 5683349"/>
              <a:gd name="connsiteY4" fmla="*/ 3441932 h 7137090"/>
              <a:gd name="connsiteX0" fmla="*/ 2580278 w 5645101"/>
              <a:gd name="connsiteY0" fmla="*/ 4248391 h 7197480"/>
              <a:gd name="connsiteX1" fmla="*/ 33762 w 5645101"/>
              <a:gd name="connsiteY1" fmla="*/ 645529 h 7197480"/>
              <a:gd name="connsiteX2" fmla="*/ 4886065 w 5645101"/>
              <a:gd name="connsiteY2" fmla="*/ 0 h 7197480"/>
              <a:gd name="connsiteX3" fmla="*/ 3296144 w 5645101"/>
              <a:gd name="connsiteY3" fmla="*/ 7063968 h 7197480"/>
              <a:gd name="connsiteX4" fmla="*/ 2580278 w 5645101"/>
              <a:gd name="connsiteY4" fmla="*/ 4248391 h 7197480"/>
              <a:gd name="connsiteX0" fmla="*/ 2503531 w 5649904"/>
              <a:gd name="connsiteY0" fmla="*/ 4499047 h 7223388"/>
              <a:gd name="connsiteX1" fmla="*/ 36783 w 5649904"/>
              <a:gd name="connsiteY1" fmla="*/ 645529 h 7223388"/>
              <a:gd name="connsiteX2" fmla="*/ 4889086 w 5649904"/>
              <a:gd name="connsiteY2" fmla="*/ 0 h 7223388"/>
              <a:gd name="connsiteX3" fmla="*/ 3299165 w 5649904"/>
              <a:gd name="connsiteY3" fmla="*/ 7063968 h 7223388"/>
              <a:gd name="connsiteX4" fmla="*/ 2503531 w 5649904"/>
              <a:gd name="connsiteY4" fmla="*/ 4499047 h 7223388"/>
              <a:gd name="connsiteX0" fmla="*/ 2127380 w 5676806"/>
              <a:gd name="connsiteY0" fmla="*/ 4775987 h 7257290"/>
              <a:gd name="connsiteX1" fmla="*/ 54779 w 5676806"/>
              <a:gd name="connsiteY1" fmla="*/ 645529 h 7257290"/>
              <a:gd name="connsiteX2" fmla="*/ 4907082 w 5676806"/>
              <a:gd name="connsiteY2" fmla="*/ 0 h 7257290"/>
              <a:gd name="connsiteX3" fmla="*/ 3317161 w 5676806"/>
              <a:gd name="connsiteY3" fmla="*/ 7063968 h 7257290"/>
              <a:gd name="connsiteX4" fmla="*/ 2127380 w 5676806"/>
              <a:gd name="connsiteY4" fmla="*/ 4775987 h 7257290"/>
              <a:gd name="connsiteX0" fmla="*/ 1003351 w 4552777"/>
              <a:gd name="connsiteY0" fmla="*/ 4943055 h 7418125"/>
              <a:gd name="connsiteX1" fmla="*/ 120231 w 4552777"/>
              <a:gd name="connsiteY1" fmla="*/ 310644 h 7418125"/>
              <a:gd name="connsiteX2" fmla="*/ 3783053 w 4552777"/>
              <a:gd name="connsiteY2" fmla="*/ 167068 h 7418125"/>
              <a:gd name="connsiteX3" fmla="*/ 2193132 w 4552777"/>
              <a:gd name="connsiteY3" fmla="*/ 7231036 h 7418125"/>
              <a:gd name="connsiteX4" fmla="*/ 1003351 w 4552777"/>
              <a:gd name="connsiteY4" fmla="*/ 4943055 h 7418125"/>
              <a:gd name="connsiteX0" fmla="*/ 1056431 w 4605857"/>
              <a:gd name="connsiteY0" fmla="*/ 5011689 h 7486759"/>
              <a:gd name="connsiteX1" fmla="*/ 173311 w 4605857"/>
              <a:gd name="connsiteY1" fmla="*/ 379278 h 7486759"/>
              <a:gd name="connsiteX2" fmla="*/ 3836133 w 4605857"/>
              <a:gd name="connsiteY2" fmla="*/ 235702 h 7486759"/>
              <a:gd name="connsiteX3" fmla="*/ 2246212 w 4605857"/>
              <a:gd name="connsiteY3" fmla="*/ 7299670 h 7486759"/>
              <a:gd name="connsiteX4" fmla="*/ 1056431 w 4605857"/>
              <a:gd name="connsiteY4" fmla="*/ 5011689 h 7486759"/>
              <a:gd name="connsiteX0" fmla="*/ 1126606 w 4676032"/>
              <a:gd name="connsiteY0" fmla="*/ 4886070 h 7361140"/>
              <a:gd name="connsiteX1" fmla="*/ 243486 w 4676032"/>
              <a:gd name="connsiteY1" fmla="*/ 253659 h 7361140"/>
              <a:gd name="connsiteX2" fmla="*/ 3906308 w 4676032"/>
              <a:gd name="connsiteY2" fmla="*/ 110083 h 7361140"/>
              <a:gd name="connsiteX3" fmla="*/ 2316387 w 4676032"/>
              <a:gd name="connsiteY3" fmla="*/ 7174051 h 7361140"/>
              <a:gd name="connsiteX4" fmla="*/ 1126606 w 4676032"/>
              <a:gd name="connsiteY4" fmla="*/ 4886070 h 7361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6032" h="7361140">
                <a:moveTo>
                  <a:pt x="1126606" y="4886070"/>
                </a:moveTo>
                <a:cubicBezTo>
                  <a:pt x="781123" y="3732671"/>
                  <a:pt x="1462367" y="919841"/>
                  <a:pt x="243486" y="253659"/>
                </a:cubicBezTo>
                <a:cubicBezTo>
                  <a:pt x="-975395" y="-412523"/>
                  <a:pt x="2717588" y="488233"/>
                  <a:pt x="3906308" y="110083"/>
                </a:cubicBezTo>
                <a:cubicBezTo>
                  <a:pt x="6164876" y="993805"/>
                  <a:pt x="2779671" y="6378053"/>
                  <a:pt x="2316387" y="7174051"/>
                </a:cubicBezTo>
                <a:cubicBezTo>
                  <a:pt x="1853103" y="7970049"/>
                  <a:pt x="1472090" y="6039469"/>
                  <a:pt x="1126606" y="48860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75000"/>
                </a:schemeClr>
              </a:gs>
              <a:gs pos="60000">
                <a:schemeClr val="accent4">
                  <a:lumMod val="95000"/>
                  <a:lumOff val="5000"/>
                </a:schemeClr>
              </a:gs>
              <a:gs pos="83000">
                <a:schemeClr val="accent4">
                  <a:lumMod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4E665A23-6082-6452-9DB1-9EB566F22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F13C297-BA1A-82CA-4EC0-54A8A27619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571" b="99026" l="4114" r="97152">
                        <a14:foregroundMark x1="30063" y1="7468" x2="14557" y2="37338"/>
                        <a14:foregroundMark x1="37975" y1="86688" x2="89873" y2="67208"/>
                        <a14:foregroundMark x1="89873" y1="67208" x2="91456" y2="39286"/>
                        <a14:foregroundMark x1="87342" y1="23052" x2="34810" y2="8766"/>
                        <a14:foregroundMark x1="34810" y1="8766" x2="4114" y2="56169"/>
                        <a14:foregroundMark x1="4114" y1="56169" x2="55696" y2="83117"/>
                        <a14:foregroundMark x1="55696" y1="83117" x2="89241" y2="65909"/>
                        <a14:foregroundMark x1="85443" y1="44481" x2="51266" y2="91558"/>
                        <a14:foregroundMark x1="51266" y1="91558" x2="41772" y2="91558"/>
                        <a14:foregroundMark x1="89241" y1="76299" x2="54430" y2="99026"/>
                        <a14:foregroundMark x1="75633" y1="93831" x2="89241" y2="76299"/>
                        <a14:foregroundMark x1="91456" y1="82468" x2="91456" y2="64935"/>
                        <a14:foregroundMark x1="89241" y1="85390" x2="97152" y2="64935"/>
                        <a14:foregroundMark x1="95253" y1="44481" x2="49367" y2="4545"/>
                        <a14:foregroundMark x1="49367" y1="4545" x2="12658" y2="28247"/>
                        <a14:foregroundMark x1="13608" y1="36364" x2="42722" y2="10714"/>
                        <a14:foregroundMark x1="17722" y1="23052" x2="42722" y2="3571"/>
                        <a14:foregroundMark x1="32278" y1="17857" x2="10759" y2="14935"/>
                        <a14:foregroundMark x1="30063" y1="73377" x2="38924" y2="95779"/>
                        <a14:foregroundMark x1="28165" y1="65909" x2="63291" y2="67208"/>
                        <a14:foregroundMark x1="31329" y1="79545" x2="22468" y2="35390"/>
                        <a14:foregroundMark x1="24684" y1="77922" x2="30380" y2="318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21"/>
          <a:stretch/>
        </p:blipFill>
        <p:spPr>
          <a:xfrm>
            <a:off x="255586" y="223809"/>
            <a:ext cx="683814" cy="6470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1554523-DF81-A936-D403-FF0B757663B3}"/>
              </a:ext>
            </a:extLst>
          </p:cNvPr>
          <p:cNvGrpSpPr/>
          <p:nvPr/>
        </p:nvGrpSpPr>
        <p:grpSpPr>
          <a:xfrm>
            <a:off x="11197682" y="1521466"/>
            <a:ext cx="353122" cy="4829284"/>
            <a:chOff x="11197682" y="1521466"/>
            <a:chExt cx="353122" cy="4829284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73ED8602-94BB-765E-4532-0FDF244555A3}"/>
                </a:ext>
              </a:extLst>
            </p:cNvPr>
            <p:cNvCxnSpPr>
              <a:cxnSpLocks/>
              <a:endCxn id="22" idx="4"/>
            </p:cNvCxnSpPr>
            <p:nvPr/>
          </p:nvCxnSpPr>
          <p:spPr>
            <a:xfrm>
              <a:off x="11374243" y="1521466"/>
              <a:ext cx="0" cy="4829284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6B47C3E8-43AF-07FF-A913-D75100A705D5}"/>
                </a:ext>
              </a:extLst>
            </p:cNvPr>
            <p:cNvSpPr/>
            <p:nvPr/>
          </p:nvSpPr>
          <p:spPr>
            <a:xfrm>
              <a:off x="11197682" y="152146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DC4D322E-DA59-60BF-7EBB-7487ED26FB57}"/>
                </a:ext>
              </a:extLst>
            </p:cNvPr>
            <p:cNvSpPr/>
            <p:nvPr/>
          </p:nvSpPr>
          <p:spPr>
            <a:xfrm>
              <a:off x="11197682" y="2086461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rgbClr val="7030A0"/>
              </a:solidFill>
            </a:ln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823D8BB9-DBC0-D2ED-BFC6-CE5457F01631}"/>
                </a:ext>
              </a:extLst>
            </p:cNvPr>
            <p:cNvSpPr/>
            <p:nvPr/>
          </p:nvSpPr>
          <p:spPr>
            <a:xfrm>
              <a:off x="11197682" y="2651456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D37F666B-677F-C8B8-AFFF-7E3C3AD23941}"/>
                </a:ext>
              </a:extLst>
            </p:cNvPr>
            <p:cNvSpPr/>
            <p:nvPr/>
          </p:nvSpPr>
          <p:spPr>
            <a:xfrm>
              <a:off x="11197682" y="3221350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797311F3-AEE7-4BC5-E3E3-13954C06EC97}"/>
                </a:ext>
              </a:extLst>
            </p:cNvPr>
            <p:cNvSpPr/>
            <p:nvPr/>
          </p:nvSpPr>
          <p:spPr>
            <a:xfrm>
              <a:off x="11197682" y="3791244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425F58DB-AAF9-52D2-463F-4934AF2D331C}"/>
                </a:ext>
              </a:extLst>
            </p:cNvPr>
            <p:cNvSpPr/>
            <p:nvPr/>
          </p:nvSpPr>
          <p:spPr>
            <a:xfrm>
              <a:off x="11197682" y="4361138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4D4F2CA1-15DD-1A50-DC38-51C5464E597E}"/>
                </a:ext>
              </a:extLst>
            </p:cNvPr>
            <p:cNvSpPr/>
            <p:nvPr/>
          </p:nvSpPr>
          <p:spPr>
            <a:xfrm>
              <a:off x="11197682" y="4931032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D8A5AEA2-4504-54B1-1205-A45CF16A064E}"/>
                </a:ext>
              </a:extLst>
            </p:cNvPr>
            <p:cNvSpPr/>
            <p:nvPr/>
          </p:nvSpPr>
          <p:spPr>
            <a:xfrm>
              <a:off x="11197682" y="5473623"/>
              <a:ext cx="353122" cy="334536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effectLst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1FB24E05-9FED-4A7C-16BD-3DAB02F46D89}"/>
                </a:ext>
              </a:extLst>
            </p:cNvPr>
            <p:cNvSpPr/>
            <p:nvPr/>
          </p:nvSpPr>
          <p:spPr>
            <a:xfrm>
              <a:off x="11197682" y="6016214"/>
              <a:ext cx="353122" cy="33453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D3E1F22-0966-2D6E-7942-B0E60C8093F8}"/>
              </a:ext>
            </a:extLst>
          </p:cNvPr>
          <p:cNvSpPr/>
          <p:nvPr/>
        </p:nvSpPr>
        <p:spPr>
          <a:xfrm>
            <a:off x="1431982" y="1335988"/>
            <a:ext cx="9328036" cy="5111031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57150" cap="flat" cmpd="sng" algn="ctr"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47000">
                  <a:schemeClr val="accent4">
                    <a:lumMod val="95000"/>
                    <a:lumOff val="5000"/>
                  </a:schemeClr>
                </a:gs>
                <a:gs pos="83000">
                  <a:schemeClr val="accent4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altLang="ko-KR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Итоги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Автоматизация пути от идеи до презентации</a:t>
            </a: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Возможности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поддержка документов, голосового ввода,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изображений и </a:t>
            </a:r>
            <a:r>
              <a:rPr lang="en-US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PPTX</a:t>
            </a:r>
            <a:endParaRPr lang="ru-RU" altLang="ko-KR" sz="32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ru-RU" altLang="ko-KR" sz="32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 готов к демонстрации и дальнейшему развитию</a:t>
            </a:r>
          </a:p>
        </p:txBody>
      </p:sp>
    </p:spTree>
    <p:extLst>
      <p:ext uri="{BB962C8B-B14F-4D97-AF65-F5344CB8AC3E}">
        <p14:creationId xmlns:p14="http://schemas.microsoft.com/office/powerpoint/2010/main" val="267665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fessional Minimalist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minimal-professional</Template>
  <TotalTime>391</TotalTime>
  <Words>235</Words>
  <Application>Microsoft Office PowerPoint</Application>
  <PresentationFormat>Широкоэкранный</PresentationFormat>
  <Paragraphs>46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맑은 고딕</vt:lpstr>
      <vt:lpstr>Arial</vt:lpstr>
      <vt:lpstr>Bahnschrift SemiBold</vt:lpstr>
      <vt:lpstr>Calibri</vt:lpstr>
      <vt:lpstr>DM Sans</vt:lpstr>
      <vt:lpstr>DM Serif Display</vt:lpstr>
      <vt:lpstr>Professional Minimalist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AmGU</dc:creator>
  <cp:lastModifiedBy>AmGU</cp:lastModifiedBy>
  <cp:revision>37</cp:revision>
  <dcterms:created xsi:type="dcterms:W3CDTF">2026-04-28T05:53:06Z</dcterms:created>
  <dcterms:modified xsi:type="dcterms:W3CDTF">2026-04-29T00:49:30Z</dcterms:modified>
</cp:coreProperties>
</file>